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8" r:id="rId2"/>
    <p:sldMasterId id="2147483690" r:id="rId3"/>
    <p:sldMasterId id="2147483703" r:id="rId4"/>
    <p:sldMasterId id="2147483715" r:id="rId5"/>
  </p:sldMasterIdLst>
  <p:notesMasterIdLst>
    <p:notesMasterId r:id="rId9"/>
  </p:notesMasterIdLst>
  <p:handoutMasterIdLst>
    <p:handoutMasterId r:id="rId10"/>
  </p:handoutMasterIdLst>
  <p:sldIdLst>
    <p:sldId id="2076138497" r:id="rId6"/>
    <p:sldId id="2076138939" r:id="rId7"/>
    <p:sldId id="1304" r:id="rId8"/>
  </p:sldIdLst>
  <p:sldSz cx="12192000" cy="6858000"/>
  <p:notesSz cx="9928225" cy="67976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3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3F7141"/>
    <a:srgbClr val="FFFFFF"/>
    <a:srgbClr val="254B25"/>
    <a:srgbClr val="006600"/>
    <a:srgbClr val="095D3C"/>
    <a:srgbClr val="659476"/>
    <a:srgbClr val="F5FFF5"/>
    <a:srgbClr val="E7FFE7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6" autoAdjust="0"/>
    <p:restoredTop sz="95770" autoAdjust="0"/>
  </p:normalViewPr>
  <p:slideViewPr>
    <p:cSldViewPr>
      <p:cViewPr varScale="1">
        <p:scale>
          <a:sx n="92" d="100"/>
          <a:sy n="92" d="100"/>
        </p:scale>
        <p:origin x="106" y="144"/>
      </p:cViewPr>
      <p:guideLst>
        <p:guide pos="416"/>
        <p:guide pos="7253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2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427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B547B739-58CF-A24E-997F-D77A7269B292}" type="datetimeFigureOut">
              <a:rPr lang="zh-CN" altLang="en-US"/>
              <a:t>2026/7/10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218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4271" y="6456218"/>
            <a:ext cx="4302231" cy="33988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41970AFB-7AED-6049-BFBF-E1DE4EB5833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4271" y="0"/>
            <a:ext cx="4302231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A56328F3-DBA5-514D-BCD2-A752A55B1C84}" type="datetimeFigureOut">
              <a:rPr lang="zh-CN" altLang="en-US"/>
              <a:t>2026/7/10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2"/>
            <a:ext cx="7942580" cy="267658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219"/>
            <a:ext cx="4302231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4271" y="6456219"/>
            <a:ext cx="4302231" cy="34145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9D868098-1248-AF4B-9632-94315C0DC7A1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2351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3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6" y="3565525"/>
            <a:ext cx="10852151" cy="801370"/>
          </a:xfrm>
          <a:prstGeom prst="rect">
            <a:avLst/>
          </a:prstGeo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3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6" y="1508126"/>
            <a:ext cx="10852151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  <a:prstGeom prst="rect">
            <a:avLst/>
          </a:prstGeo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6" y="5605146"/>
            <a:ext cx="10852151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6" y="641351"/>
            <a:ext cx="10852151" cy="455612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1" y="565150"/>
            <a:ext cx="5400040" cy="57277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3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87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957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01596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432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57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511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174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283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0422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5958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168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1" y="6316664"/>
            <a:ext cx="15113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占位符 2"/>
          <p:cNvSpPr>
            <a:spLocks noGrp="1"/>
          </p:cNvSpPr>
          <p:nvPr>
            <p:ph idx="1"/>
          </p:nvPr>
        </p:nvSpPr>
        <p:spPr>
          <a:xfrm>
            <a:off x="838200" y="1224076"/>
            <a:ext cx="10515600" cy="5110521"/>
          </a:xfrm>
          <a:prstGeom prst="rect">
            <a:avLst/>
          </a:prstGeom>
        </p:spPr>
        <p:txBody>
          <a:bodyPr lIns="91440" tIns="45720" rIns="91440" bIns="45720" rtlCol="0">
            <a:normAutofit/>
          </a:bodyPr>
          <a:lstStyle>
            <a:lvl1pPr>
              <a:defRPr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latin typeface="微软雅黑" pitchFamily="34" charset="-122"/>
                <a:ea typeface="微软雅黑" pitchFamily="34" charset="-122"/>
              </a:defRPr>
            </a:lvl2pPr>
            <a:lvl3pPr>
              <a:defRPr>
                <a:latin typeface="微软雅黑" pitchFamily="34" charset="-122"/>
                <a:ea typeface="微软雅黑" pitchFamily="34" charset="-122"/>
              </a:defRPr>
            </a:lvl3pPr>
            <a:lvl4pPr>
              <a:defRPr>
                <a:latin typeface="微软雅黑" pitchFamily="34" charset="-122"/>
                <a:ea typeface="微软雅黑" pitchFamily="34" charset="-122"/>
              </a:defRPr>
            </a:lvl4pPr>
            <a:lvl5pPr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" name="标题占位符 1"/>
          <p:cNvSpPr>
            <a:spLocks noGrp="1"/>
          </p:cNvSpPr>
          <p:nvPr>
            <p:ph type="title"/>
          </p:nvPr>
        </p:nvSpPr>
        <p:spPr>
          <a:xfrm>
            <a:off x="272129" y="250836"/>
            <a:ext cx="10515600" cy="854073"/>
          </a:xfrm>
          <a:prstGeom prst="rect">
            <a:avLst/>
          </a:prstGeom>
        </p:spPr>
        <p:txBody>
          <a:bodyPr lIns="91440" tIns="45720" rIns="91440" bIns="45720" rtlCol="0" anchor="ctr">
            <a:normAutofit/>
          </a:bodyPr>
          <a:lstStyle>
            <a:lvl1pPr>
              <a:defRPr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 defTabSz="457200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>
            <a:lvl1pPr defTabSz="457200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121917" tIns="60958" rIns="121917" bIns="60958" numCol="1" anchor="t" anchorCtr="0" compatLnSpc="1"/>
          <a:lstStyle>
            <a:lvl1pPr defTabSz="457200">
              <a:defRPr>
                <a:solidFill>
                  <a:srgbClr val="000000"/>
                </a:solidFill>
              </a:defRPr>
            </a:lvl1pPr>
          </a:lstStyle>
          <a:p>
            <a:fld id="{835BA645-9EE7-2E49-8ACE-F98E28FCB65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5847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134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4841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2168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9289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7739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0DB14F0-47FE-4937-9DB0-2B15A813C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2779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7208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4385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4565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0673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AEDA8D-44D5-4419-87F8-263FA1E2F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712A2D-FE54-4CDF-BC49-38B3927BA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AD1F99-EEED-42EB-9B28-3C65E5FE10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ACBE05-C9F2-4FFA-B31B-247BBBB16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C8EB21-D407-4DD4-B40F-DA8040E6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23B6-F635-451E-A49C-23E20F83D2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1304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473186-2D3A-4E8C-A0DE-BFA79F8B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2376C2-EE83-423D-AE96-479B16C18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0F0EAC-5C87-4438-9B4F-062CA46C6C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806CB3-B315-4A53-ABE2-9D1EA8781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94B451-CD94-4301-8B53-BAF2F328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23B6-F635-451E-A49C-23E20F83D2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7887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9C4646-3E06-4518-B7C5-48C1DEB2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F4E14F-77F0-40A0-A3F0-38A77201D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72F066-9468-4B3C-B60F-961A5A8E63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9B04A8-769E-47CF-9F5F-84C6104E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DBD545-88E0-419D-8442-B011218BE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23B6-F635-451E-A49C-23E20F83D2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0551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D33AE-0D67-48A6-8901-BDF0DB30F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6A4808-6552-4783-B724-19206DC9A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7C0028-ED8D-4C2E-8332-F501A1741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95EF7F-D9EE-44F7-8293-2504253A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ADC36E-B8D5-4146-B845-EDFA089A2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4E48BF-E53D-4715-AC2E-D70398E2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23B6-F635-451E-A49C-23E20F83D2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09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51630-61B6-414A-A278-AF88404AA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E73081-E81D-4813-92C0-0E976ED89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652C0E-4290-48BA-AA1E-96D2BF156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EB6CAF-0EE7-4188-9950-5CFBDE0D5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014B9B-D706-4E73-845E-4E36498142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2ADA53-03CD-41B2-B234-0E307CDEA5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B07346-21F5-48F1-98C0-0C9AD25FE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A6EA7B-BEF4-4FA0-B64F-461C7D29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23B6-F635-451E-A49C-23E20F83D2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3356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70C305-2AFD-46EF-AD58-1CA8EB9A4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D7CD52-CA97-47A0-9BFD-23ADEB1AFC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605B3F-0B0C-44B4-A89E-8D6810F5D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D7C381-F079-4F18-A0C2-B1F167FE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23B6-F635-451E-A49C-23E20F83D2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6897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2EAC0F-7A04-40FE-9E82-1C720BBA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30399B2-9851-4EA0-9A03-D27DC0A2C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0F7C33-8DA9-45E3-80A9-D6919E9D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23B6-F635-451E-A49C-23E20F83D2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9812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C2ABFA-01E7-4DA4-9C98-7BBD82E74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CBA8F1-5478-46D1-AF80-DD4E62FFD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4BCDD7-6757-4A94-BE1F-2C8F23FCA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20BB2-125A-4CAA-92BF-9920ECA7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0EECE7-5499-4C0F-9755-F42BD3A1E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B9496F-C241-4589-A10D-2C84890A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23B6-F635-451E-A49C-23E20F83D2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6329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58AD4-1EC0-4CC7-8BFF-E60154AF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B55A6FF-B688-43EE-94C6-AFB5DE586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33B901-EFC9-41EA-9A15-02EFF1EE7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D3F4B6-B685-4FA3-B3D5-223C783C70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5BB3BC-386C-4074-B62E-BFF8A5D7F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EF7339-5AD0-4E0C-8A10-7F40F4ED9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23B6-F635-451E-A49C-23E20F83D2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1446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DA9DE-F17E-4EB6-A3C3-DC350B40C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208954-C963-46D7-A796-36E75A14F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B97BB9-C16A-4BA2-83E6-6EC0BE3C17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D7902F-EC3E-4ABC-BB32-0F23F7BE8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ADBCED-AFB6-47BC-8074-0BA1F53B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23B6-F635-451E-A49C-23E20F83D2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4828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97C083-EC31-4856-AC78-7960B385F4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95A324-D3BA-4048-A5F5-63514AACC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7E296C-AAEE-48EA-AD89-CFE4CFFCE2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F16950-F574-4533-9001-6086C62F8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AB0F32-0519-4FA8-A07B-D6859F883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23B6-F635-451E-A49C-23E20F83D2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0824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3319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26A53E4-2E7E-6761-DAA9-31BB451D7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7663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876476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3D6F547-CB7E-ED33-215D-B6663DC4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0836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7842848-336D-271A-B84C-F28A87BE2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9787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C1AA5-21FB-4631-003F-6BBC2C26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093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39D9D1F-D0B3-050B-970D-A2ED1672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74258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EDB3E4B-0AF8-4E11-A5DE-6C04DFFD3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1312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AAA9EC0-B6FF-E653-44E8-3E8F4336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62007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7EA7B9-2305-CCEC-5DC6-368756ED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5962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2FE559-F763-B034-A163-3C6FFCD3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05951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57" y="1053000"/>
            <a:ext cx="11835899" cy="5303349"/>
          </a:xfrm>
          <a:prstGeom prst="rect">
            <a:avLst/>
          </a:prstGeom>
        </p:spPr>
        <p:txBody>
          <a:bodyPr/>
          <a:lstStyle>
            <a:lvl1pPr marL="360680" indent="-360680"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45511A0-6230-FE46-C5F4-25553F451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606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3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6" y="1508126"/>
            <a:ext cx="10852151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34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76" r:id="rId12"/>
    <p:sldLayoutId id="214748367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1711" y="14378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8448943-7E3D-4818-A519-9904AEB70D4C}"/>
              </a:ext>
            </a:extLst>
          </p:cNvPr>
          <p:cNvCxnSpPr/>
          <p:nvPr userDrawn="1"/>
        </p:nvCxnSpPr>
        <p:spPr>
          <a:xfrm flipV="1">
            <a:off x="0" y="952870"/>
            <a:ext cx="12192000" cy="16671"/>
          </a:xfrm>
          <a:prstGeom prst="line">
            <a:avLst/>
          </a:prstGeom>
          <a:ln w="38100">
            <a:solidFill>
              <a:srgbClr val="00531D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DE019DEE-FD02-4D15-930C-B096DBD453E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353915" y="501132"/>
            <a:ext cx="999885" cy="93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6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49BEBA-5443-4580-96F6-34D05E213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AA06DD-A818-4002-836D-A8375DC72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3D532B-FFBF-4D17-B7B7-8E79D8CF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7853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3352" y="207249"/>
            <a:ext cx="10515600" cy="712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 flipV="1">
            <a:off x="0" y="952870"/>
            <a:ext cx="12192000" cy="16671"/>
          </a:xfrm>
          <a:prstGeom prst="line">
            <a:avLst/>
          </a:prstGeom>
          <a:ln w="38100">
            <a:solidFill>
              <a:srgbClr val="00531D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4457"/>
          <a:stretch>
            <a:fillRect/>
          </a:stretch>
        </p:blipFill>
        <p:spPr>
          <a:xfrm>
            <a:off x="10378505" y="378639"/>
            <a:ext cx="1008112" cy="115605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972686-1CF2-249C-141F-26A88FBDB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2504" y="6356350"/>
            <a:ext cx="57849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64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0" y="952870"/>
            <a:ext cx="12192000" cy="16671"/>
          </a:xfrm>
          <a:prstGeom prst="line">
            <a:avLst/>
          </a:prstGeom>
          <a:ln w="38100">
            <a:solidFill>
              <a:srgbClr val="00531D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4457"/>
          <a:stretch>
            <a:fillRect/>
          </a:stretch>
        </p:blipFill>
        <p:spPr>
          <a:xfrm>
            <a:off x="10378505" y="378639"/>
            <a:ext cx="1008112" cy="115605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2001789"/>
            <a:ext cx="12192000" cy="2736898"/>
          </a:xfrm>
          <a:prstGeom prst="rect">
            <a:avLst/>
          </a:prstGeom>
          <a:solidFill>
            <a:srgbClr val="095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73144"/>
            <a:ext cx="6485997" cy="115605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785859" y="5125982"/>
            <a:ext cx="6620279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成员：吴兆临，姚怀宇，时光银，陈业伟，夏渝杰</a:t>
            </a:r>
            <a:endParaRPr lang="en-US" altLang="zh-CN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汇报人：吴兆临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zh-CN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en-US" altLang="zh-CN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73794" y="2774365"/>
            <a:ext cx="9044463" cy="11064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6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6000" b="1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6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软件体系结构风格</a:t>
            </a:r>
            <a:endParaRPr lang="en-US" altLang="zh-CN" sz="60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819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66"/>
    </mc:Choice>
    <mc:Fallback xmlns="">
      <p:transition advTm="20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4DC0FED4-CE4B-365A-0DFF-B87927718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4862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1700214"/>
            <a:ext cx="12192000" cy="2736898"/>
          </a:xfrm>
          <a:prstGeom prst="rect">
            <a:avLst/>
          </a:prstGeom>
          <a:solidFill>
            <a:srgbClr val="095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4896802" y="2414028"/>
            <a:ext cx="2398395" cy="14204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7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r>
              <a:rPr lang="en-US" altLang="zh-CN" sz="7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7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endParaRPr lang="en-US" altLang="zh-CN" sz="72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73144"/>
            <a:ext cx="6485997" cy="11560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LC.BRev.FY97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21861</TotalTime>
  <Words>36</Words>
  <Application>Microsoft Office PowerPoint</Application>
  <PresentationFormat>宽屏</PresentationFormat>
  <Paragraphs>5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等线</vt:lpstr>
      <vt:lpstr>等线 Light</vt:lpstr>
      <vt:lpstr>微软雅黑</vt:lpstr>
      <vt:lpstr>Arial</vt:lpstr>
      <vt:lpstr>Calibri</vt:lpstr>
      <vt:lpstr>Calibri Light</vt:lpstr>
      <vt:lpstr>webwppDefTheme</vt:lpstr>
      <vt:lpstr>1_LC.BRev.FY97</vt:lpstr>
      <vt:lpstr>Office 主题</vt:lpstr>
      <vt:lpstr>自定义设计方案</vt:lpstr>
      <vt:lpstr>1_Office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8618755152873</cp:lastModifiedBy>
  <cp:revision>4034</cp:revision>
  <cp:lastPrinted>2020-12-08T11:55:41Z</cp:lastPrinted>
  <dcterms:created xsi:type="dcterms:W3CDTF">2020-12-08T11:55:41Z</dcterms:created>
  <dcterms:modified xsi:type="dcterms:W3CDTF">2026-07-10T12:44:48Z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