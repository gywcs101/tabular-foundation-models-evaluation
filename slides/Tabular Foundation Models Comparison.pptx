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4.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2"/>
    <p:sldMasterId id="2147483671" r:id="rId3"/>
    <p:sldMasterId id="2147483683" r:id="rId4"/>
    <p:sldMasterId id="2147483695" r:id="rId5"/>
  </p:sldMasterIdLst>
  <p:notesMasterIdLst>
    <p:notesMasterId r:id="rId2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73" r:id="rId19"/>
    <p:sldId id="269" r:id="rId20"/>
    <p:sldId id="270" r:id="rId21"/>
    <p:sldId id="271" r:id="rId22"/>
    <p:sldId id="274" r:id="rId23"/>
    <p:sldId id="272" r:id="rId2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F6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6855" autoAdjust="0"/>
  </p:normalViewPr>
  <p:slideViewPr>
    <p:cSldViewPr snapToGrid="0">
      <p:cViewPr varScale="1">
        <p:scale>
          <a:sx n="63" d="100"/>
          <a:sy n="63" d="100"/>
        </p:scale>
        <p:origin x="123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各位老师好，我们汇报的题目是 </a:t>
            </a:r>
            <a:r>
              <a:rPr lang="en-US" altLang="zh-CN" dirty="0"/>
              <a:t>Tabular Foundation Models Comparison</a:t>
            </a:r>
            <a:r>
              <a:rPr lang="zh-CN" altLang="en-US" dirty="0"/>
              <a:t>，中文可以理解为表格基础模型与传统梯度提升树模型的系统比较。本项目比较了 </a:t>
            </a:r>
            <a:r>
              <a:rPr lang="en-US" altLang="zh-CN" dirty="0" err="1"/>
              <a:t>TabICL</a:t>
            </a:r>
            <a:r>
              <a:rPr lang="zh-CN" altLang="en-US" dirty="0"/>
              <a:t>、</a:t>
            </a:r>
            <a:r>
              <a:rPr lang="en-US" altLang="zh-CN" dirty="0" err="1"/>
              <a:t>TabPFN</a:t>
            </a:r>
            <a:r>
              <a:rPr lang="zh-CN" altLang="en-US" dirty="0"/>
              <a:t>、</a:t>
            </a:r>
            <a:r>
              <a:rPr lang="en-US" altLang="zh-CN" dirty="0" err="1"/>
              <a:t>LightGBM</a:t>
            </a:r>
            <a:r>
              <a:rPr lang="en-US" altLang="zh-CN" dirty="0"/>
              <a:t> </a:t>
            </a:r>
            <a:r>
              <a:rPr lang="zh-CN" altLang="en-US" dirty="0"/>
              <a:t>和 </a:t>
            </a:r>
            <a:r>
              <a:rPr lang="en-US" altLang="zh-CN" dirty="0" err="1"/>
              <a:t>XGBoost</a:t>
            </a:r>
            <a:r>
              <a:rPr lang="en-US" altLang="zh-CN" dirty="0"/>
              <a:t> </a:t>
            </a:r>
            <a:r>
              <a:rPr lang="zh-CN" altLang="en-US" dirty="0"/>
              <a:t>四个模型，在 </a:t>
            </a:r>
            <a:r>
              <a:rPr lang="en-US" altLang="zh-CN" dirty="0"/>
              <a:t>TALENT </a:t>
            </a:r>
            <a:r>
              <a:rPr lang="zh-CN" altLang="en-US" dirty="0"/>
              <a:t>分类数据集上分析它们的预测性能、计算成本、扩展性和置信度可靠性。</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本次汇报分为六个部分。首先介绍研究背景和问题定义</a:t>
            </a:r>
            <a:r>
              <a:rPr lang="zh-CN" altLang="en-US" dirty="0"/>
              <a:t>。</a:t>
            </a:r>
            <a:r>
              <a:rPr lang="zh-CN" altLang="zh-CN" dirty="0"/>
              <a:t>接着介绍我们的评估方法和实验设计。最后重点汇报实验结果，包括总体性能、扩展性、置信度和错误模式分析，并给出结论。</a:t>
            </a:r>
            <a:r>
              <a:rPr lang="zh-CN" altLang="en-US" dirty="0"/>
              <a:t>最后是总结与展望。</a:t>
            </a:r>
            <a:endParaRPr lang="zh-CN" altLang="zh-CN"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表格数据是机器学习中非常常见的数据类型，例如金融、医疗、制造业和科学研究中都有大量结构化表格任务。传统上，XGBoost 和 LightGBM 这类梯度提升树模型，也就是 GBDTs，是表格任务上的强基线。近几年，TabPFN 和 TabICL 等 Tabular Foundation Models 提出了新的范式：模型预训练后，可以通过上下文样本直接完成新任务预测。因此，我们希望系统比较这两类方法</a:t>
            </a:r>
            <a:r>
              <a:rPr lang="zh-CN" altLang="en-US" dirty="0"/>
              <a:t>在各方面的优劣</a:t>
            </a:r>
            <a:r>
              <a:rPr lang="zh-CN" altLang="zh-CN"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论文的核心问题是：Tabular Foundation Models 是否真正优于传统 </a:t>
            </a:r>
            <a:r>
              <a:rPr lang="en-US" altLang="zh-CN" dirty="0"/>
              <a:t>Gradient-Boosted Tree Models</a:t>
            </a:r>
            <a:r>
              <a:rPr lang="zh-CN" altLang="zh-CN" dirty="0"/>
              <a:t>。我们把这个问题拆成四个方面。第一，TFMs</a:t>
            </a:r>
            <a:r>
              <a:rPr lang="zh-CN" altLang="en-US" sz="1200" b="0" kern="1200" dirty="0">
                <a:solidFill>
                  <a:srgbClr val="000000"/>
                </a:solidFill>
                <a:latin typeface="楷体"/>
                <a:cs typeface="楷体"/>
              </a:rPr>
              <a:t>是否能取得更高准确率？</a:t>
            </a:r>
            <a:r>
              <a:rPr lang="zh-CN" altLang="zh-CN" dirty="0"/>
              <a:t>是否能取得更好的预测性能。第二，它们的推理时间和内存开销</a:t>
            </a:r>
            <a:r>
              <a:rPr lang="zh-CN" altLang="en-US" dirty="0"/>
              <a:t>如何</a:t>
            </a:r>
            <a:r>
              <a:rPr lang="zh-CN" altLang="zh-CN" dirty="0"/>
              <a:t>。第三，当样本数和特征数增加时，模型是否还能稳定扩展</a:t>
            </a:r>
            <a:r>
              <a:rPr lang="zh-CN" altLang="en-US" dirty="0"/>
              <a:t>，会不会出现计算成本成倍上升的情况</a:t>
            </a:r>
            <a:r>
              <a:rPr lang="zh-CN" altLang="zh-CN" dirty="0"/>
              <a:t>。第四，模型输出的置信度是否可靠，</a:t>
            </a:r>
            <a:r>
              <a:rPr lang="zh-CN" altLang="en-US" dirty="0"/>
              <a:t>尤其</a:t>
            </a:r>
            <a:r>
              <a:rPr lang="zh-CN" altLang="zh-CN" dirty="0"/>
              <a:t>是</a:t>
            </a:r>
            <a:r>
              <a:rPr lang="zh-CN" altLang="en-US" dirty="0"/>
              <a:t>模型会不会在</a:t>
            </a:r>
            <a:r>
              <a:rPr lang="zh-CN" altLang="zh-CN" dirty="0"/>
              <a:t>错误预测时是否仍然过度自信。</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4" indent="-14">
              <a:defRPr sz="1838">
                <a:solidFill>
                  <a:srgbClr val="000000"/>
                </a:solidFill>
                <a:latin typeface="楷体"/>
                <a:ea typeface="楷体"/>
                <a:cs typeface="楷体"/>
              </a:defRPr>
            </a:pPr>
            <a:r>
              <a:rPr lang="zh-CN" altLang="en-US" dirty="0"/>
              <a:t>所以针对扩展性评估，我们设计了两个受控变量：分别是当前数据集的样本数与输入特征数。我们分了两大组实验，每次实验只变化其中一个变量。考察样本数扩展性时，样本数增加，特征数保持相近；考察</a:t>
            </a:r>
            <a:r>
              <a:rPr lang="zh-CN" altLang="en-US" sz="1200" dirty="0">
                <a:solidFill>
                  <a:srgbClr val="000000"/>
                </a:solidFill>
                <a:latin typeface="楷体"/>
                <a:ea typeface="楷体"/>
                <a:cs typeface="楷体"/>
              </a:rPr>
              <a:t>特征数扩展性时，特征数增加，样本数保持相近。我们会</a:t>
            </a:r>
            <a:r>
              <a:rPr lang="zh-CN" altLang="en-US" dirty="0"/>
              <a:t>分别记录我们选取的</a:t>
            </a:r>
            <a:r>
              <a:rPr lang="en-US" altLang="zh-CN" dirty="0"/>
              <a:t>4</a:t>
            </a:r>
            <a:r>
              <a:rPr lang="zh-CN" altLang="en-US" dirty="0"/>
              <a:t>个模型在这两组扩展性实验中有怎样的表现。</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首先是预测性能，我们选取正确率和</a:t>
            </a:r>
            <a:r>
              <a:rPr lang="en-US" altLang="zh-CN" dirty="0"/>
              <a:t>Macro-F1</a:t>
            </a:r>
            <a:r>
              <a:rPr lang="zh-CN" altLang="en-US" dirty="0"/>
              <a:t>来衡量预测性能。正确率衡量所有样本平均正确率；</a:t>
            </a:r>
            <a:r>
              <a:rPr lang="en-US" altLang="zh-CN" dirty="0"/>
              <a:t>Macro-F1</a:t>
            </a:r>
            <a:r>
              <a:rPr lang="zh-CN" altLang="en-US" dirty="0"/>
              <a:t>加重小类样本的权重，衡量平衡正确率。</a:t>
            </a:r>
            <a:r>
              <a:rPr lang="zh-CN" altLang="zh-CN" dirty="0"/>
              <a:t>为了量化</a:t>
            </a:r>
            <a:r>
              <a:rPr lang="zh-CN" altLang="en-US" dirty="0"/>
              <a:t>时间</a:t>
            </a:r>
            <a:r>
              <a:rPr lang="zh-CN" altLang="zh-CN" dirty="0"/>
              <a:t>扩展性，我们使用</a:t>
            </a:r>
            <a:r>
              <a:rPr lang="zh-CN" altLang="en-US" dirty="0"/>
              <a:t>双对数</a:t>
            </a:r>
            <a:r>
              <a:rPr lang="zh-CN" altLang="zh-CN" dirty="0"/>
              <a:t>线性拟合。这里 T 表示时间成本，N 表示样本数或特征数，alpha 表示成本增长速度。alpha 越大，说明模型成本随数据规模增长越快。</a:t>
            </a:r>
            <a:r>
              <a:rPr lang="zh-CN" altLang="en-US" dirty="0"/>
              <a:t>对于内存可扩展性，我们选用峰值内存，每隔</a:t>
            </a:r>
            <a:r>
              <a:rPr lang="en-US" altLang="zh-CN" dirty="0"/>
              <a:t>0.05</a:t>
            </a:r>
            <a:r>
              <a:rPr lang="zh-CN" altLang="en-US" dirty="0"/>
              <a:t>秒测算一次当前占有的内存，取最大值。</a:t>
            </a:r>
            <a:r>
              <a:rPr lang="zh-CN" altLang="zh-CN" dirty="0"/>
              <a:t>除此之外，</a:t>
            </a:r>
            <a:r>
              <a:rPr lang="zh-CN" altLang="en-US" dirty="0"/>
              <a:t>对于</a:t>
            </a:r>
            <a:r>
              <a:rPr lang="zh-CN" altLang="zh-CN" dirty="0"/>
              <a:t>置信度指标，</a:t>
            </a:r>
            <a:r>
              <a:rPr lang="zh-CN" altLang="en-US" dirty="0"/>
              <a:t>我们测算了</a:t>
            </a:r>
            <a:r>
              <a:rPr lang="zh-CN" altLang="zh-CN" dirty="0"/>
              <a:t>平均置信度、正确预测的平均置信度、错误预测的平均置信度，以及二者的差值 confidence gap，用于评估模型</a:t>
            </a:r>
            <a:r>
              <a:rPr lang="zh-CN" altLang="en-US" dirty="0"/>
              <a:t>在置信度上的表现。</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实验使用 12 个来自 TALENT 的分类数据集。样本数扩展性</a:t>
            </a:r>
            <a:r>
              <a:rPr lang="zh-CN" altLang="en-US" dirty="0"/>
              <a:t>实验分为了一千到三千，三千到一万，一万到三万，根据要求在</a:t>
            </a:r>
            <a:r>
              <a:rPr lang="en-US" altLang="zh-CN" dirty="0"/>
              <a:t>TALENT</a:t>
            </a:r>
            <a:r>
              <a:rPr lang="zh-CN" altLang="en-US" dirty="0"/>
              <a:t>中选取了</a:t>
            </a:r>
            <a:r>
              <a:rPr lang="zh-CN" altLang="zh-CN" dirty="0"/>
              <a:t>pc1、kc1、sylvine、ringnorm、jm1 和 default of credit card clients</a:t>
            </a:r>
            <a:r>
              <a:rPr lang="zh-CN" altLang="en-US" dirty="0"/>
              <a:t>，</a:t>
            </a:r>
            <a:r>
              <a:rPr lang="en-US" altLang="zh-CN" dirty="0"/>
              <a:t>6</a:t>
            </a:r>
            <a:r>
              <a:rPr lang="zh-CN" altLang="en-US" dirty="0"/>
              <a:t>个数据集</a:t>
            </a:r>
            <a:r>
              <a:rPr lang="zh-CN" altLang="zh-CN" dirty="0"/>
              <a:t>，主要用于观察样本量增加时模型行为如何变化。特征数扩展性部分</a:t>
            </a:r>
            <a:r>
              <a:rPr lang="zh-CN" altLang="en-US" dirty="0"/>
              <a:t>分为</a:t>
            </a:r>
            <a:r>
              <a:rPr lang="en-US" altLang="zh-CN" dirty="0"/>
              <a:t>6-20,20-100</a:t>
            </a:r>
            <a:r>
              <a:rPr lang="zh-CN" altLang="en-US" dirty="0"/>
              <a:t>，</a:t>
            </a:r>
            <a:r>
              <a:rPr lang="en-US" altLang="zh-CN" dirty="0"/>
              <a:t>100-300</a:t>
            </a:r>
            <a:r>
              <a:rPr lang="zh-CN" altLang="en-US" dirty="0"/>
              <a:t>。我们选取</a:t>
            </a:r>
            <a:r>
              <a:rPr lang="zh-CN" altLang="zh-CN" dirty="0"/>
              <a:t>mfeat 系列数据集，</a:t>
            </a:r>
            <a:r>
              <a:rPr lang="zh-CN" altLang="en-US" dirty="0"/>
              <a:t>保证了</a:t>
            </a:r>
            <a:r>
              <a:rPr lang="zh-CN" altLang="zh-CN" dirty="0"/>
              <a:t>样本数</a:t>
            </a:r>
            <a:r>
              <a:rPr lang="zh-CN" altLang="en-US" dirty="0"/>
              <a:t>的</a:t>
            </a:r>
            <a:r>
              <a:rPr lang="zh-CN" altLang="zh-CN" dirty="0"/>
              <a:t>固定，特征数从 6 维增加到 240 维，因此适合分析特征维度对模型的影响。</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我们比较了四个模型：TabICL、TabPFN、LightGBM 和 XGBoost。</a:t>
            </a:r>
            <a:r>
              <a:rPr lang="zh-CN" altLang="en-US" dirty="0"/>
              <a:t>对于表格模型，不对模型参数做额外训练。只将训练集和验证集作为上下文进行</a:t>
            </a:r>
            <a:r>
              <a:rPr lang="en-US" altLang="zh-CN" dirty="0"/>
              <a:t>in-context learning</a:t>
            </a:r>
            <a:r>
              <a:rPr lang="zh-CN" altLang="en-US" dirty="0"/>
              <a:t>，在不更新参数的情况下完成预测。对于梯度提升决策树模型，我们使用默认超参数，用训练集和验证集来做训练。</a:t>
            </a:r>
            <a:r>
              <a:rPr lang="zh-CN" altLang="zh-CN" dirty="0"/>
              <a:t>硬件方面，实验结果覆盖轻薄本和游戏本，</a:t>
            </a:r>
            <a:r>
              <a:rPr lang="zh-CN" altLang="en-US" dirty="0"/>
              <a:t>使用了</a:t>
            </a:r>
            <a:r>
              <a:rPr lang="en-US" altLang="zh-CN" dirty="0"/>
              <a:t>2</a:t>
            </a:r>
            <a:r>
              <a:rPr lang="zh-CN" altLang="en-US" dirty="0"/>
              <a:t>台轻薄本和</a:t>
            </a:r>
            <a:r>
              <a:rPr lang="en-US" altLang="zh-CN" dirty="0"/>
              <a:t>3</a:t>
            </a:r>
            <a:r>
              <a:rPr lang="zh-CN" altLang="en-US" dirty="0"/>
              <a:t>台游戏本，总共跑了</a:t>
            </a:r>
            <a:r>
              <a:rPr lang="en-US" altLang="zh-CN" dirty="0"/>
              <a:t>5</a:t>
            </a:r>
            <a:r>
              <a:rPr lang="zh-CN" altLang="en-US" dirty="0"/>
              <a:t>次上述实验，分别取平均获得轻薄本和游戏本的实验结果。</a:t>
            </a:r>
            <a:r>
              <a:rPr lang="zh-CN" altLang="zh-CN" dirty="0"/>
              <a:t>因此</a:t>
            </a:r>
            <a:r>
              <a:rPr lang="zh-CN" altLang="en-US" dirty="0"/>
              <a:t>我们在时间、内存可扩展性上的实验结果是有代表性和全面性的。</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首先看总体预测性能。TabICL 的</a:t>
            </a:r>
            <a:r>
              <a:rPr lang="zh-CN" altLang="en-US" dirty="0"/>
              <a:t>平均正确率</a:t>
            </a:r>
            <a:r>
              <a:rPr lang="zh-CN" altLang="zh-CN" dirty="0"/>
              <a:t>是 0.913，平均Macro-F1是 0.851，在四个模型中最高</a:t>
            </a:r>
            <a:r>
              <a:rPr lang="zh-CN" altLang="en-US" dirty="0"/>
              <a:t>。同样是表格模型的</a:t>
            </a:r>
            <a:r>
              <a:rPr lang="zh-CN" altLang="zh-CN" dirty="0"/>
              <a:t>TabPFN 排在第二，也高于 XGBoost 和 LightGBM。</a:t>
            </a:r>
            <a:r>
              <a:rPr lang="zh-CN" altLang="en-US" dirty="0"/>
              <a:t>右边的图展示的是平均</a:t>
            </a:r>
            <a:r>
              <a:rPr lang="en-US" altLang="zh-CN" dirty="0"/>
              <a:t>Macro-F1</a:t>
            </a:r>
            <a:r>
              <a:rPr lang="zh-CN" altLang="en-US" dirty="0"/>
              <a:t>的柱状图。</a:t>
            </a:r>
            <a:r>
              <a:rPr lang="zh-CN" altLang="zh-CN" dirty="0"/>
              <a:t>这</a:t>
            </a:r>
            <a:r>
              <a:rPr lang="zh-CN" altLang="en-US" dirty="0"/>
              <a:t>些数据</a:t>
            </a:r>
            <a:r>
              <a:rPr lang="zh-CN" altLang="zh-CN" dirty="0"/>
              <a:t>说明在我们选择的 12 个分类任务上，</a:t>
            </a:r>
            <a:r>
              <a:rPr lang="zh-CN" altLang="en-US" dirty="0"/>
              <a:t>表格基础模型</a:t>
            </a:r>
            <a:r>
              <a:rPr lang="zh-CN" altLang="zh-CN" dirty="0"/>
              <a:t>在平均预测性能上确实优于传统</a:t>
            </a:r>
            <a:r>
              <a:rPr lang="zh-CN" altLang="en-US" dirty="0"/>
              <a:t>的</a:t>
            </a:r>
            <a:r>
              <a:rPr lang="zh-CN" altLang="zh-CN" dirty="0"/>
              <a:t>梯度提升</a:t>
            </a:r>
            <a:r>
              <a:rPr lang="zh-CN" altLang="en-US" dirty="0"/>
              <a:t>决策</a:t>
            </a:r>
            <a:r>
              <a:rPr lang="zh-CN" altLang="zh-CN" dirty="0"/>
              <a:t>树模型。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不过，如果</a:t>
            </a:r>
            <a:r>
              <a:rPr lang="zh-CN" altLang="en-US" dirty="0"/>
              <a:t>我们细看每一个数据集</a:t>
            </a:r>
            <a:r>
              <a:rPr lang="zh-CN" altLang="zh-CN" dirty="0"/>
              <a:t>，</a:t>
            </a:r>
            <a:r>
              <a:rPr lang="zh-CN" altLang="en-US" dirty="0"/>
              <a:t>表格基础模型</a:t>
            </a:r>
            <a:r>
              <a:rPr lang="zh-CN" altLang="zh-CN" dirty="0"/>
              <a:t>的优势并不是均匀分布的。在 sylvine 和 ringnorm 这类相对容易的二分类任务上，四个模型都能取得较高性能，因此差距不明显。在 mfeat 系列多分类任务上</a:t>
            </a:r>
            <a:r>
              <a:rPr lang="zh-CN" altLang="en-US" dirty="0"/>
              <a:t>，尤其是</a:t>
            </a:r>
            <a:r>
              <a:rPr lang="zh-CN" altLang="zh-CN" dirty="0"/>
              <a:t>morphological</a:t>
            </a:r>
            <a:r>
              <a:rPr lang="zh-CN" altLang="en-US" dirty="0"/>
              <a:t>和</a:t>
            </a:r>
            <a:r>
              <a:rPr lang="en-US" altLang="zh-CN" dirty="0" err="1"/>
              <a:t>zernike</a:t>
            </a:r>
            <a:r>
              <a:rPr lang="zh-CN" altLang="en-US" dirty="0"/>
              <a:t>，</a:t>
            </a:r>
            <a:r>
              <a:rPr lang="zh-CN" altLang="zh-CN" dirty="0"/>
              <a:t>TabICL 和 TabPFN 的优势更加突出。而在 default of credit card clients</a:t>
            </a:r>
            <a:r>
              <a:rPr lang="zh-CN" altLang="en-US" dirty="0"/>
              <a:t>（这是一个信用卡违约数据集，大部分没违约，小部分违约）</a:t>
            </a:r>
            <a:r>
              <a:rPr lang="zh-CN" altLang="zh-CN" dirty="0"/>
              <a:t> 这类类别明显不平衡的数据集上，所有模型都会受到影响，</a:t>
            </a:r>
            <a:r>
              <a:rPr lang="zh-CN" altLang="en-US" dirty="0"/>
              <a:t>正确率都会下降，同时表格基础模型</a:t>
            </a:r>
            <a:r>
              <a:rPr lang="zh-CN" altLang="zh-CN" dirty="0"/>
              <a:t>的优势也会缩小。</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样本数扩展性是差异最明显的部分。</a:t>
            </a:r>
            <a:r>
              <a:rPr lang="zh-CN" altLang="en-US" dirty="0"/>
              <a:t>我们分别画出了轻薄本和游戏本上的总时间与样本量的双对数图。我们可以看到上面两条线的表格基础模型的预测时间成本随样本数增加的趋势比梯度提升决策树模型显著的多。经过对斜率阿尔法的拟合，我们得到右边这个表格。大部分模型在两种设备上的阿尔法都是相近的，除了</a:t>
            </a:r>
            <a:r>
              <a:rPr lang="en-US" altLang="zh-CN" dirty="0" err="1"/>
              <a:t>LightGBM</a:t>
            </a:r>
            <a:r>
              <a:rPr lang="zh-CN" altLang="en-US" dirty="0"/>
              <a:t>的差值较大外。但即使是这样，</a:t>
            </a:r>
            <a:r>
              <a:rPr lang="zh-CN" altLang="zh-CN" dirty="0"/>
              <a:t>LightGBM 和 XGBoost 的 alpha </a:t>
            </a:r>
            <a:r>
              <a:rPr lang="zh-CN" altLang="en-US" dirty="0"/>
              <a:t>都</a:t>
            </a:r>
            <a:r>
              <a:rPr lang="zh-CN" altLang="zh-CN" dirty="0"/>
              <a:t>明显低于 1，</a:t>
            </a:r>
            <a:r>
              <a:rPr lang="zh-CN" altLang="en-US" dirty="0"/>
              <a:t>是亚线性增长，</a:t>
            </a:r>
            <a:r>
              <a:rPr lang="zh-CN" altLang="zh-CN" dirty="0"/>
              <a:t>推理时间随样本数增长较慢。</a:t>
            </a:r>
            <a:r>
              <a:rPr lang="zh-CN" altLang="en-US" dirty="0"/>
              <a:t>而</a:t>
            </a:r>
            <a:r>
              <a:rPr lang="zh-CN" altLang="zh-CN" dirty="0"/>
              <a:t>TabICL 的 alpha 大约在 1.4 到 1.5，TabPFN 大约在 1.64 到 1.65，说明二者都存在明显的超线性增长。</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内存成本也呈现类似趋势。</a:t>
            </a:r>
            <a:r>
              <a:rPr lang="zh-CN" altLang="en-US" dirty="0"/>
              <a:t>我们可以看到，在轻薄本和游戏本中</a:t>
            </a:r>
            <a:r>
              <a:rPr lang="en-US" altLang="zh-CN" dirty="0" err="1"/>
              <a:t>xgboost</a:t>
            </a:r>
            <a:r>
              <a:rPr lang="zh-CN" altLang="en-US" dirty="0"/>
              <a:t>和</a:t>
            </a:r>
            <a:r>
              <a:rPr lang="en-US" altLang="zh-CN" dirty="0" err="1"/>
              <a:t>lightGBM</a:t>
            </a:r>
            <a:r>
              <a:rPr lang="zh-CN" altLang="en-US" dirty="0"/>
              <a:t>这两个梯度提升决策树都几乎保持一条水平线，这说明</a:t>
            </a:r>
            <a:r>
              <a:rPr lang="zh-CN" altLang="zh-CN" dirty="0"/>
              <a:t>LightGBM 和 XGBoost </a:t>
            </a:r>
            <a:r>
              <a:rPr lang="zh-CN" altLang="en-US" dirty="0"/>
              <a:t>在样本数扩展上的</a:t>
            </a:r>
            <a:r>
              <a:rPr lang="zh-CN" altLang="zh-CN" dirty="0"/>
              <a:t>峰值内存</a:t>
            </a:r>
            <a:r>
              <a:rPr lang="zh-CN" altLang="en-US" dirty="0"/>
              <a:t>基本</a:t>
            </a:r>
            <a:r>
              <a:rPr lang="zh-CN" altLang="zh-CN" dirty="0"/>
              <a:t>稳定在几百</a:t>
            </a:r>
            <a:r>
              <a:rPr lang="zh-CN" altLang="en-US" dirty="0"/>
              <a:t>兆的</a:t>
            </a:r>
            <a:r>
              <a:rPr lang="zh-CN" altLang="zh-CN" dirty="0"/>
              <a:t>量级</a:t>
            </a:r>
            <a:r>
              <a:rPr lang="zh-CN" altLang="en-US" dirty="0"/>
              <a:t>，不会随样本数的增加而明显上升</a:t>
            </a:r>
            <a:r>
              <a:rPr lang="zh-CN" altLang="zh-CN" dirty="0"/>
              <a:t>。</a:t>
            </a:r>
            <a:r>
              <a:rPr lang="zh-CN" altLang="en-US" dirty="0"/>
              <a:t>而图中的两个表格基础模型都</a:t>
            </a:r>
            <a:r>
              <a:rPr lang="zh-CN" altLang="zh-CN" dirty="0"/>
              <a:t>进入 GB 级别，</a:t>
            </a:r>
            <a:r>
              <a:rPr lang="zh-CN" altLang="en-US" dirty="0"/>
              <a:t>尤其是</a:t>
            </a:r>
            <a:r>
              <a:rPr lang="zh-CN" altLang="zh-CN" dirty="0"/>
              <a:t>TabICL 在较大数据集上内存增长更明显。这说明</a:t>
            </a:r>
            <a:r>
              <a:rPr lang="zh-CN" altLang="en-US" dirty="0"/>
              <a:t>表格基础模型</a:t>
            </a:r>
            <a:r>
              <a:rPr lang="zh-CN" altLang="zh-CN" dirty="0"/>
              <a:t>不仅是推理更慢，也</a:t>
            </a:r>
            <a:r>
              <a:rPr lang="zh-CN" altLang="en-US" dirty="0"/>
              <a:t>需要</a:t>
            </a:r>
            <a:r>
              <a:rPr lang="zh-CN" altLang="zh-CN" dirty="0"/>
              <a:t>更高的</a:t>
            </a:r>
            <a:r>
              <a:rPr lang="zh-CN" altLang="en-US" dirty="0"/>
              <a:t>峰值</a:t>
            </a:r>
            <a:r>
              <a:rPr lang="zh-CN" altLang="zh-CN" dirty="0"/>
              <a:t>内存占用。</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在特征数扩展</a:t>
            </a:r>
            <a:r>
              <a:rPr lang="zh-CN" altLang="en-US" dirty="0"/>
              <a:t>的时间成本</a:t>
            </a:r>
            <a:r>
              <a:rPr lang="zh-CN" altLang="zh-CN" dirty="0"/>
              <a:t>上，</a:t>
            </a:r>
            <a:r>
              <a:rPr lang="en-US" altLang="zh-CN" dirty="0" err="1"/>
              <a:t>LightGBM</a:t>
            </a:r>
            <a:r>
              <a:rPr lang="zh-CN" altLang="en-US" dirty="0"/>
              <a:t>和</a:t>
            </a:r>
            <a:r>
              <a:rPr lang="en-US" altLang="zh-CN" dirty="0" err="1"/>
              <a:t>XGBoost</a:t>
            </a:r>
            <a:r>
              <a:rPr lang="zh-CN" altLang="en-US" dirty="0"/>
              <a:t>的阿尔法都接近于</a:t>
            </a:r>
            <a:r>
              <a:rPr lang="en-US" altLang="zh-CN" dirty="0"/>
              <a:t>0</a:t>
            </a:r>
            <a:r>
              <a:rPr lang="zh-CN" altLang="en-US" dirty="0"/>
              <a:t>。这说明梯度提升决策</a:t>
            </a:r>
            <a:r>
              <a:rPr lang="zh-CN" altLang="zh-CN" dirty="0"/>
              <a:t>树模型对特征数变化几乎不敏感，推理时间基本保持稳定。TabICL 和 TabPFN 会随着特征数增加</a:t>
            </a:r>
            <a:r>
              <a:rPr lang="zh-CN" altLang="en-US" dirty="0"/>
              <a:t>而计算时间变长</a:t>
            </a:r>
            <a:r>
              <a:rPr lang="zh-CN" altLang="zh-CN" dirty="0"/>
              <a:t>，其中 TabPFN 的增长更明显。不过和样本数扩展性相比，特征数</a:t>
            </a:r>
            <a:r>
              <a:rPr lang="zh-CN" altLang="en-US" dirty="0"/>
              <a:t>扩展中表格基础模型的阿尔法都小于</a:t>
            </a:r>
            <a:r>
              <a:rPr lang="en-US" altLang="zh-CN" dirty="0"/>
              <a:t>1</a:t>
            </a:r>
            <a:r>
              <a:rPr lang="zh-CN" altLang="en-US" dirty="0"/>
              <a:t>，还未达到线性增长。也就是说，特征数扩展</a:t>
            </a:r>
            <a:r>
              <a:rPr lang="zh-CN" altLang="zh-CN" dirty="0"/>
              <a:t>带来的绝对成本更小。</a:t>
            </a:r>
            <a:r>
              <a:rPr lang="zh-CN" altLang="en-US" dirty="0"/>
              <a:t>据此，我们可以说，</a:t>
            </a:r>
            <a:r>
              <a:rPr lang="zh-CN" altLang="zh-CN" dirty="0"/>
              <a:t>在我们的实验中</a:t>
            </a:r>
            <a:r>
              <a:rPr lang="zh-CN" altLang="en-US" dirty="0"/>
              <a:t>可以看出</a:t>
            </a:r>
            <a:r>
              <a:rPr lang="zh-CN" altLang="zh-CN" dirty="0"/>
              <a:t>样本数是比特征数更主要的成本驱动因素。</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B1FC3-B3F8-D63D-F773-DC386952AE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569FDF-D9D1-0308-356D-F8471D5F57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50C318-98D0-A94A-3DE0-23C1A3B1E194}"/>
              </a:ext>
            </a:extLst>
          </p:cNvPr>
          <p:cNvSpPr>
            <a:spLocks noGrp="1"/>
          </p:cNvSpPr>
          <p:nvPr>
            <p:ph type="body" idx="1"/>
          </p:nvPr>
        </p:nvSpPr>
        <p:spPr/>
        <p:txBody>
          <a:bodyPr/>
          <a:lstStyle/>
          <a:p>
            <a:r>
              <a:rPr lang="zh-CN" altLang="zh-CN" dirty="0"/>
              <a:t>这一页我们看的是特征数扩展性下的峰值内存。总体上可以看到，树模型 </a:t>
            </a:r>
            <a:r>
              <a:rPr lang="zh-CN" altLang="zh-CN" sz="1200" kern="1200" dirty="0"/>
              <a:t>LightGBM</a:t>
            </a:r>
            <a:r>
              <a:rPr lang="zh-CN" altLang="zh-CN" dirty="0"/>
              <a:t> 和 </a:t>
            </a:r>
            <a:r>
              <a:rPr lang="zh-CN" altLang="zh-CN" sz="1200" kern="1200" dirty="0"/>
              <a:t>XGBoost</a:t>
            </a:r>
            <a:r>
              <a:rPr lang="zh-CN" altLang="zh-CN" dirty="0"/>
              <a:t> 的内存占用一直比较稳定，平均都在两百MB左右，随着特征数增加没有明显抬升，说明它们对维度变化</a:t>
            </a:r>
            <a:r>
              <a:rPr lang="zh-CN" altLang="en-US" dirty="0"/>
              <a:t>不敏感</a:t>
            </a:r>
            <a:r>
              <a:rPr lang="zh-CN" altLang="zh-CN" dirty="0"/>
              <a:t>。相比之下，</a:t>
            </a:r>
            <a:r>
              <a:rPr lang="zh-CN" altLang="zh-CN" sz="1200" kern="1200" dirty="0"/>
              <a:t>TabPFN</a:t>
            </a:r>
            <a:r>
              <a:rPr lang="zh-CN" altLang="zh-CN" dirty="0"/>
              <a:t> 和 </a:t>
            </a:r>
            <a:r>
              <a:rPr lang="zh-CN" altLang="zh-CN" sz="1200" kern="1200" dirty="0"/>
              <a:t>TabICL</a:t>
            </a:r>
            <a:r>
              <a:rPr lang="zh-CN" altLang="zh-CN" dirty="0"/>
              <a:t> 的峰值内存明显更高，其中</a:t>
            </a:r>
            <a:r>
              <a:rPr lang="zh-CN" altLang="zh-CN" sz="1200" kern="1200" dirty="0"/>
              <a:t>TabICL</a:t>
            </a:r>
            <a:r>
              <a:rPr lang="zh-CN" altLang="zh-CN" dirty="0"/>
              <a:t> 的峰值内存最高接近 20GB。这个结果说明，特征数增加确实会抬高 </a:t>
            </a:r>
            <a:r>
              <a:rPr lang="zh-CN" altLang="zh-CN" sz="1200" kern="1200" dirty="0"/>
              <a:t>TFMs</a:t>
            </a:r>
            <a:r>
              <a:rPr lang="zh-CN" altLang="zh-CN" dirty="0"/>
              <a:t> 的内存成本，尤其是在高维数据</a:t>
            </a:r>
            <a:r>
              <a:rPr lang="zh-CN" altLang="en-US" dirty="0"/>
              <a:t>上，这一点</a:t>
            </a:r>
            <a:r>
              <a:rPr lang="zh-CN" altLang="zh-CN" dirty="0"/>
              <a:t>更明显</a:t>
            </a:r>
            <a:r>
              <a:rPr lang="zh-CN" altLang="en-US" dirty="0"/>
              <a:t>。</a:t>
            </a:r>
            <a:endParaRPr dirty="0"/>
          </a:p>
        </p:txBody>
      </p:sp>
      <p:sp>
        <p:nvSpPr>
          <p:cNvPr id="4" name="Slide Number Placeholder 3">
            <a:extLst>
              <a:ext uri="{FF2B5EF4-FFF2-40B4-BE49-F238E27FC236}">
                <a16:creationId xmlns:a16="http://schemas.microsoft.com/office/drawing/2014/main" id="{8145D651-E3B3-2EEE-4B03-1F09195A51B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962035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这一页我们看的是模型输出的置信度。左边这张图显示，四个模型的预测置信度整体都很高，分布明显集中在 0.8 到 1.0 之间，说明它们在做预测时普遍比较自信。右边这张图进一步把正确和错误样本</a:t>
            </a:r>
            <a:r>
              <a:rPr lang="zh-CN" altLang="en-US" dirty="0"/>
              <a:t>时的置信度</a:t>
            </a:r>
            <a:r>
              <a:rPr lang="zh-CN" altLang="zh-CN" dirty="0"/>
              <a:t>分开来看，可以看到所有模型的正确预测置信度都高于错误预测，这说明置信度确实能反映一部分可靠性。</a:t>
            </a:r>
          </a:p>
          <a:p>
            <a:r>
              <a:rPr lang="zh-CN" altLang="zh-CN" dirty="0"/>
              <a:t>但是要注意，错误样本的置信度也并不低，</a:t>
            </a:r>
            <a:r>
              <a:rPr lang="zh-CN" altLang="en-US" dirty="0"/>
              <a:t>像</a:t>
            </a:r>
            <a:r>
              <a:rPr lang="en-US" altLang="zh-CN" dirty="0" err="1"/>
              <a:t>LightGBM</a:t>
            </a:r>
            <a:r>
              <a:rPr lang="zh-CN" altLang="en-US" dirty="0"/>
              <a:t>的错误平均置信度甚至能达到</a:t>
            </a:r>
            <a:r>
              <a:rPr lang="en-US" altLang="zh-CN" dirty="0"/>
              <a:t>0.8</a:t>
            </a:r>
            <a:r>
              <a:rPr lang="zh-CN" altLang="zh-CN" dirty="0"/>
              <a:t>。这意味着模型即使预测错了，也常常表现得很‘笃定’</a:t>
            </a:r>
            <a:r>
              <a:rPr lang="zh-CN" altLang="en-US" dirty="0"/>
              <a:t>。</a:t>
            </a:r>
            <a:endParaRPr lang="en-US" altLang="zh-CN" dirty="0"/>
          </a:p>
          <a:p>
            <a:r>
              <a:rPr lang="zh-CN" altLang="en-US" sz="1200" kern="1200" dirty="0"/>
              <a:t>通过正确平均置信度和错误平均置信度之差，我们得到</a:t>
            </a:r>
            <a:r>
              <a:rPr lang="en-US" altLang="zh-CN" sz="1200" kern="1200" dirty="0"/>
              <a:t>Confidence Gap</a:t>
            </a:r>
            <a:r>
              <a:rPr lang="zh-CN" altLang="en-US" sz="1200" kern="1200" dirty="0"/>
              <a:t>。我们可以看到</a:t>
            </a:r>
            <a:r>
              <a:rPr lang="zh-CN" altLang="zh-CN" sz="1200" kern="1200" dirty="0"/>
              <a:t>TabICL</a:t>
            </a:r>
            <a:r>
              <a:rPr lang="zh-CN" altLang="en-US" sz="1200" kern="1200" dirty="0"/>
              <a:t>和</a:t>
            </a:r>
            <a:r>
              <a:rPr lang="zh-CN" altLang="zh-CN" sz="1200" kern="1200" dirty="0"/>
              <a:t>TabPFN 的置信度区分度</a:t>
            </a:r>
            <a:r>
              <a:rPr lang="zh-CN" altLang="en-US" sz="1200" kern="1200" dirty="0"/>
              <a:t>略强于</a:t>
            </a:r>
            <a:r>
              <a:rPr lang="en-US" altLang="zh-CN" sz="1200" kern="1200" dirty="0" err="1"/>
              <a:t>XGBoost</a:t>
            </a:r>
            <a:r>
              <a:rPr lang="zh-CN" altLang="zh-CN" sz="1200" kern="1200" dirty="0"/>
              <a:t>，但</a:t>
            </a:r>
            <a:r>
              <a:rPr lang="zh-CN" altLang="en-US" sz="1200" kern="1200" dirty="0"/>
              <a:t>其错误预测置信度也达到了</a:t>
            </a:r>
            <a:r>
              <a:rPr lang="en-US" altLang="zh-CN" sz="1200" kern="1200" dirty="0"/>
              <a:t>0.7</a:t>
            </a:r>
            <a:r>
              <a:rPr lang="zh-CN" altLang="en-US" sz="1200" kern="1200" dirty="0"/>
              <a:t>，说明表格模型虽然置信度表现略好，但仍有</a:t>
            </a:r>
            <a:r>
              <a:rPr lang="zh-CN" altLang="zh-CN" sz="1200" kern="1200" dirty="0"/>
              <a:t>过度自信</a:t>
            </a:r>
            <a:r>
              <a:rPr lang="zh-CN" altLang="en-US" sz="1200" kern="1200" dirty="0"/>
              <a:t>问题</a:t>
            </a:r>
            <a:r>
              <a:rPr lang="zh-CN" altLang="zh-CN" sz="1200" kern="1200" dirty="0"/>
              <a:t>。</a:t>
            </a:r>
            <a:r>
              <a:rPr lang="zh-CN" altLang="en-US" sz="1200" kern="1200" dirty="0"/>
              <a:t>而树模型</a:t>
            </a:r>
            <a:r>
              <a:rPr lang="zh-CN" altLang="zh-CN" sz="1200" kern="1200" dirty="0"/>
              <a:t>LightGBM 的 gap 最小，说明</a:t>
            </a:r>
            <a:r>
              <a:rPr lang="zh-CN" altLang="en-US" sz="1200" kern="1200" dirty="0"/>
              <a:t>它</a:t>
            </a:r>
            <a:r>
              <a:rPr lang="zh-CN" altLang="zh-CN" sz="1200" kern="1200" dirty="0"/>
              <a:t>正确与错误样本置信度</a:t>
            </a:r>
            <a:r>
              <a:rPr lang="zh-CN" altLang="en-US" sz="1200" kern="1200" dirty="0"/>
              <a:t>的</a:t>
            </a:r>
            <a:r>
              <a:rPr lang="zh-CN" altLang="zh-CN" sz="1200" kern="1200" dirty="0"/>
              <a:t>分离度</a:t>
            </a:r>
            <a:r>
              <a:rPr lang="zh-CN" altLang="en-US" sz="1200" kern="1200" dirty="0"/>
              <a:t>最</a:t>
            </a:r>
            <a:r>
              <a:rPr lang="zh-CN" altLang="zh-CN" sz="1200" kern="1200" dirty="0"/>
              <a:t>弱。</a:t>
            </a:r>
            <a:endParaRPr lang="zh-CN" altLang="zh-CN"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最后我们分析错误模式。以 mfeat 数据集为例，在只有 6 个特征的 morphological 数据集中，某些类别之间会反复混淆，例如论文中提到的 7 和 10。这种错误在多个模型中都出现，说明它更多来自特征表达本身的模糊性，而不是某一个模型的问题。当特征增加到 pixel 数据集的 240 维后，这些混淆显著减少，说明更丰富的特征能够改善类别可分性。</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本研究从三项核心维度对比表格基础模型与梯度提升决策树：预测性能、可扩展性与模型可靠性。</a:t>
            </a:r>
          </a:p>
          <a:p>
            <a:endParaRPr lang="zh-CN" altLang="en-US" dirty="0"/>
          </a:p>
          <a:p>
            <a:r>
              <a:rPr lang="zh-CN" altLang="en-US" dirty="0"/>
              <a:t>研究结果揭示二者存在根本性权衡关系：</a:t>
            </a:r>
          </a:p>
          <a:p>
            <a:r>
              <a:rPr lang="zh-CN" altLang="en-US" dirty="0"/>
              <a:t>精准度层面，在中等复杂度多分类任务上，表格基础模型相较梯度提升决策树能够小幅提升精度；但在简单二分类数据集或极度不平衡数据集上，该精度优势不复存在。</a:t>
            </a:r>
          </a:p>
          <a:p>
            <a:r>
              <a:rPr lang="zh-CN" altLang="en-US" dirty="0"/>
              <a:t>可扩展性层面，性能提升伴随高昂的计算成本：表格基础模型所需推理时长与内存占用比梯度提升决策树高出数个数量级，且计算量随样本规模呈超线性增长，难以落地大规模业务部署。</a:t>
            </a:r>
          </a:p>
          <a:p>
            <a:r>
              <a:rPr lang="zh-CN" altLang="en-US" dirty="0"/>
              <a:t>可靠性层面，两类模型均存在置信度校准缺陷 </a:t>
            </a:r>
            <a:r>
              <a:rPr lang="en-US" altLang="zh-CN" dirty="0"/>
              <a:t>—— </a:t>
            </a:r>
            <a:r>
              <a:rPr lang="zh-CN" altLang="en-US" dirty="0"/>
              <a:t>错误预测往往伴随很高的置信分数，在高风险场景下存在安全隐患。</a:t>
            </a:r>
          </a:p>
          <a:p>
            <a:endParaRPr lang="zh-CN" altLang="en-US" dirty="0"/>
          </a:p>
          <a:p>
            <a:r>
              <a:rPr lang="zh-CN" altLang="en-US" dirty="0"/>
              <a:t>上述结论表明：对于绝大多数现实表格数据任务，梯度提升决策树仍是更务实的选择，兼具稳定的预测精度、极高的运行效率与可预期的扩容特性。仅当小幅精度提升能够承担巨额资源投入时，表格基础模型才有细分场景的应用价值；而就通用场景而言，其运维成本与可靠性短板目前大于收益。</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9EC2E-3A58-7510-8BD8-A9D7C0C9EF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48EE44-820B-56AF-5639-260B6B2A1E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B45176-2068-8056-8F75-6E681CA2E06B}"/>
              </a:ext>
            </a:extLst>
          </p:cNvPr>
          <p:cNvSpPr>
            <a:spLocks noGrp="1"/>
          </p:cNvSpPr>
          <p:nvPr>
            <p:ph type="body" idx="1"/>
          </p:nvPr>
        </p:nvSpPr>
        <p:spPr/>
        <p:txBody>
          <a:bodyPr/>
          <a:lstStyle/>
          <a:p>
            <a:r>
              <a:rPr lang="zh-CN" altLang="en-US" dirty="0"/>
              <a:t>最后是</a:t>
            </a:r>
            <a:r>
              <a:rPr lang="zh-CN" altLang="zh-CN" dirty="0"/>
              <a:t>本</a:t>
            </a:r>
            <a:r>
              <a:rPr lang="zh-CN" altLang="en-US" dirty="0"/>
              <a:t>项目</a:t>
            </a:r>
            <a:r>
              <a:rPr lang="zh-CN" altLang="zh-CN" dirty="0"/>
              <a:t>的局限性和后续展望。首先，从任务类型上看，我们当前的工作还是以分类任务为主，虽然已经覆盖了不同</a:t>
            </a:r>
            <a:r>
              <a:rPr lang="zh-CN" altLang="en-US" dirty="0"/>
              <a:t>领域和</a:t>
            </a:r>
            <a:r>
              <a:rPr lang="zh-CN" altLang="zh-CN" dirty="0"/>
              <a:t>规模的数据集，但对于回归任务还没有做系统性的验证。其次</a:t>
            </a:r>
            <a:r>
              <a:rPr lang="zh-CN" altLang="en-US" dirty="0"/>
              <a:t>，</a:t>
            </a:r>
            <a:r>
              <a:rPr lang="zh-CN" altLang="zh-CN" dirty="0"/>
              <a:t>我们大部分模型都采用了默认配置，没有做系统的超参数搜索，因此现在的结果更适合反映模型的基础能力，而不是调优之后的上限。</a:t>
            </a:r>
          </a:p>
          <a:p>
            <a:r>
              <a:rPr lang="zh-CN" altLang="zh-CN" dirty="0"/>
              <a:t>在展望方面，</a:t>
            </a:r>
            <a:r>
              <a:rPr lang="zh-CN" altLang="en-US" dirty="0"/>
              <a:t>首先就是</a:t>
            </a:r>
            <a:r>
              <a:rPr lang="zh-CN" altLang="zh-CN" dirty="0"/>
              <a:t>后续可以把实验扩展到回归任务。</a:t>
            </a:r>
            <a:r>
              <a:rPr lang="zh-CN" altLang="en-US" dirty="0"/>
              <a:t>另外，在调优方案上，</a:t>
            </a:r>
            <a:r>
              <a:rPr lang="zh-CN" altLang="zh-CN" dirty="0"/>
              <a:t>我们认为一个</a:t>
            </a:r>
            <a:r>
              <a:rPr lang="zh-CN" altLang="en-US" dirty="0"/>
              <a:t>有实操空间</a:t>
            </a:r>
            <a:r>
              <a:rPr lang="zh-CN" altLang="zh-CN" dirty="0"/>
              <a:t>的方向是尝试 </a:t>
            </a:r>
            <a:r>
              <a:rPr lang="zh-CN" altLang="zh-CN" sz="1200" kern="1200" dirty="0"/>
              <a:t>retrieval-based in-context learning</a:t>
            </a:r>
            <a:r>
              <a:rPr lang="zh-CN" altLang="en-US" sz="1200" kern="1200" dirty="0"/>
              <a:t>结合</a:t>
            </a:r>
            <a:r>
              <a:rPr lang="en-US" altLang="zh-CN" sz="1200" kern="1200" dirty="0"/>
              <a:t>top-k</a:t>
            </a:r>
            <a:r>
              <a:rPr lang="zh-CN" altLang="zh-CN" dirty="0"/>
              <a:t>。先检索</a:t>
            </a:r>
            <a:r>
              <a:rPr lang="zh-CN" altLang="en-US" dirty="0"/>
              <a:t>与当前</a:t>
            </a:r>
            <a:r>
              <a:rPr lang="zh-CN" altLang="zh-CN" dirty="0"/>
              <a:t>测试样本</a:t>
            </a:r>
            <a:r>
              <a:rPr lang="zh-CN" altLang="en-US" dirty="0"/>
              <a:t>最</a:t>
            </a:r>
            <a:r>
              <a:rPr lang="zh-CN" altLang="zh-CN" dirty="0"/>
              <a:t>相似的</a:t>
            </a:r>
            <a:r>
              <a:rPr lang="zh-CN" altLang="en-US" dirty="0"/>
              <a:t>前</a:t>
            </a:r>
            <a:r>
              <a:rPr lang="en-US" altLang="zh-CN" dirty="0"/>
              <a:t>k</a:t>
            </a:r>
            <a:r>
              <a:rPr lang="zh-CN" altLang="en-US" dirty="0"/>
              <a:t>个</a:t>
            </a:r>
            <a:r>
              <a:rPr lang="zh-CN" altLang="zh-CN" dirty="0"/>
              <a:t>训练样本，</a:t>
            </a:r>
            <a:r>
              <a:rPr lang="zh-CN" altLang="en-US" dirty="0"/>
              <a:t>用来</a:t>
            </a:r>
            <a:r>
              <a:rPr lang="zh-CN" altLang="zh-CN" dirty="0"/>
              <a:t>构造上下文，这样</a:t>
            </a:r>
            <a:r>
              <a:rPr lang="zh-CN" altLang="en-US" dirty="0"/>
              <a:t>虽然会损失上下文数量，但是有希望提升上下文质量，</a:t>
            </a:r>
            <a:r>
              <a:rPr lang="zh-CN" altLang="zh-CN" dirty="0"/>
              <a:t>也更符合 </a:t>
            </a:r>
            <a:r>
              <a:rPr lang="zh-CN" altLang="zh-CN" sz="1200" kern="1200" dirty="0"/>
              <a:t>TabICL</a:t>
            </a:r>
            <a:r>
              <a:rPr lang="zh-CN" altLang="zh-CN" dirty="0"/>
              <a:t> 这类模型的机制。</a:t>
            </a:r>
          </a:p>
        </p:txBody>
      </p:sp>
      <p:sp>
        <p:nvSpPr>
          <p:cNvPr id="4" name="Slide Number Placeholder 3">
            <a:extLst>
              <a:ext uri="{FF2B5EF4-FFF2-40B4-BE49-F238E27FC236}">
                <a16:creationId xmlns:a16="http://schemas.microsoft.com/office/drawing/2014/main" id="{F522B7AA-BCF9-0D11-0803-CE908287F39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219235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我的汇报到这里结束，谢谢各位老师，欢迎批评指正</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A045BE-8D6C-4539-980D-FD02A576C285}"/>
              </a:ext>
            </a:extLst>
          </p:cNvPr>
          <p:cNvSpPr>
            <a:spLocks noGrp="1"/>
          </p:cNvSpPr>
          <p:nvPr>
            <p:ph type="ctrTitle" hasCustomPrompt="1"/>
          </p:nvPr>
        </p:nvSpPr>
        <p:spPr>
          <a:xfrm>
            <a:off x="669883" y="2308882"/>
            <a:ext cx="10852237" cy="899167"/>
          </a:xfrm>
        </p:spPr>
        <p:txBody>
          <a:bodyPr lIns="101600" tIns="38100" rIns="25400" bIns="38100" anchor="t">
            <a:noAutofit/>
          </a:bodyPr>
          <a:lstStyle>
            <a:lvl1pPr algn="ctr">
              <a:buNone/>
              <a:defRPr sz="4050" b="0" spc="600">
                <a:latin typeface="+mn-ea"/>
                <a:ea typeface="+mn-ea"/>
                <a:cs typeface="+mn-ea"/>
              </a:defRPr>
            </a:lvl1pPr>
          </a:lstStyle>
          <a:p>
            <a:r>
              <a:t>单击此处编辑标题</a:t>
            </a:r>
          </a:p>
        </p:txBody>
      </p:sp>
      <p:sp>
        <p:nvSpPr>
          <p:cNvPr id="3" name="副标题 2">
            <a:extLst>
              <a:ext uri="{FF2B5EF4-FFF2-40B4-BE49-F238E27FC236}">
                <a16:creationId xmlns:a16="http://schemas.microsoft.com/office/drawing/2014/main" id="{3F43F133-8D47-4805-8B95-A93A37787981}"/>
              </a:ext>
            </a:extLst>
          </p:cNvPr>
          <p:cNvSpPr>
            <a:spLocks noGrp="1"/>
          </p:cNvSpPr>
          <p:nvPr>
            <p:ph type="subTitle" idx="1" hasCustomPrompt="1"/>
          </p:nvPr>
        </p:nvSpPr>
        <p:spPr>
          <a:xfrm>
            <a:off x="669926" y="3565525"/>
            <a:ext cx="10852151" cy="801370"/>
          </a:xfrm>
          <a:prstGeom prst="rect">
            <a:avLst/>
          </a:prstGeom>
        </p:spPr>
        <p:txBody>
          <a:bodyPr lIns="101600" tIns="38100" rIns="76200" bIns="38100" anchor="ctr">
            <a:noAutofit/>
          </a:bodyPr>
          <a:lstStyle>
            <a:lvl1pPr marL="0" indent="0" algn="ctr">
              <a:lnSpc>
                <a:spcPct val="100000"/>
              </a:lnSpc>
              <a:buNone/>
              <a:defRPr sz="1800" u="none" cap="none" spc="200">
                <a:solidFill>
                  <a:schemeClr val="tx1"/>
                </a:solidFill>
                <a:latin typeface="+mn-ea"/>
                <a:ea typeface="+mn-ea"/>
                <a:cs typeface="+mn-ea"/>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t>单击此处编辑副标题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A4AD18-FBE2-420C-92CD-DB0C6A856CF5}"/>
              </a:ext>
            </a:extLst>
          </p:cNvPr>
          <p:cNvSpPr>
            <a:spLocks noGrp="1"/>
          </p:cNvSpPr>
          <p:nvPr>
            <p:ph type="title" hasCustomPrompt="1"/>
          </p:nvPr>
        </p:nvSpPr>
        <p:spPr>
          <a:xfrm>
            <a:off x="669883" y="581225"/>
            <a:ext cx="10852237" cy="648000"/>
          </a:xfrm>
        </p:spPr>
        <p:txBody>
          <a:bodyPr vert="horz" lIns="101600" tIns="38100" rIns="76200" bIns="38100" anchor="ctr">
            <a:noAutofit/>
          </a:bodyPr>
          <a:lstStyle>
            <a:lvl1pPr marL="0" algn="l">
              <a:lnSpc>
                <a:spcPct val="100000"/>
              </a:lnSpc>
              <a:buNone/>
              <a:defRPr sz="2400" b="1" i="0" u="none" cap="none" spc="200">
                <a:solidFill>
                  <a:schemeClr val="tx1"/>
                </a:solidFill>
                <a:latin typeface="+mn-ea"/>
                <a:ea typeface="+mn-ea"/>
                <a:cs typeface="+mn-ea"/>
              </a:defRPr>
            </a:lvl1pPr>
          </a:lstStyle>
          <a:p>
            <a:pPr>
              <a:buNone/>
            </a:pPr>
            <a:r>
              <a:t>单击此处编辑标题</a:t>
            </a:r>
          </a:p>
        </p:txBody>
      </p:sp>
      <p:sp>
        <p:nvSpPr>
          <p:cNvPr id="7" name="文本占位符 6">
            <a:extLst>
              <a:ext uri="{FF2B5EF4-FFF2-40B4-BE49-F238E27FC236}">
                <a16:creationId xmlns:a16="http://schemas.microsoft.com/office/drawing/2014/main" id="{1051B074-8FFD-464C-9CFE-B7ADF71131E1}"/>
              </a:ext>
            </a:extLst>
          </p:cNvPr>
          <p:cNvSpPr>
            <a:spLocks noGrp="1"/>
          </p:cNvSpPr>
          <p:nvPr>
            <p:ph type="body" idx="1" hasCustomPrompt="1"/>
          </p:nvPr>
        </p:nvSpPr>
        <p:spPr>
          <a:xfrm>
            <a:off x="669926" y="1508126"/>
            <a:ext cx="10852151" cy="4749165"/>
          </a:xfrm>
          <a:prstGeom prst="rect">
            <a:avLst/>
          </a:prstGeom>
        </p:spPr>
        <p:txBody>
          <a:bodyPr vert="horz" lIns="101600" tIns="0" rIns="82550" bIns="0">
            <a:normAutofit/>
          </a:bodyPr>
          <a:lstStyle>
            <a:lvl1pPr>
              <a:buNone/>
              <a:defRPr sz="1800"/>
            </a:lvl1pPr>
            <a:lvl2pPr>
              <a:buNone/>
              <a:defRPr sz="1800"/>
            </a:lvl2pPr>
            <a:lvl3pPr>
              <a:buNone/>
              <a:defRPr sz="1800"/>
            </a:lvl3pPr>
            <a:lvl4pPr>
              <a:buNone/>
              <a:defRPr sz="1800"/>
            </a:lvl4pPr>
            <a:lvl5pPr>
              <a:buNone/>
              <a:defRPr sz="1800"/>
            </a:lvl5pPr>
          </a:lstStyle>
          <a:p>
            <a:pPr>
              <a:buNone/>
            </a:pPr>
            <a:r>
              <a:t>单击此处编辑正文</a:t>
            </a:r>
          </a:p>
          <a:p>
            <a:pPr>
              <a:buNone/>
            </a:pPr>
            <a:r>
              <a:t>单击此处编辑正文</a:t>
            </a:r>
          </a:p>
          <a:p>
            <a:pPr>
              <a:buNone/>
            </a:pPr>
            <a:r>
              <a:t>单击此处编辑正文</a:t>
            </a:r>
          </a:p>
          <a:p>
            <a:pPr>
              <a:buNone/>
            </a:pPr>
            <a:r>
              <a:t>单击此处编辑正文</a:t>
            </a:r>
          </a:p>
          <a:p>
            <a:pPr>
              <a:buNone/>
            </a:pPr>
            <a:r>
              <a:t>单击此处编辑正文</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817516A2-6C1F-4653-8643-281DC6E4FFBE}"/>
              </a:ext>
            </a:extLst>
          </p:cNvPr>
          <p:cNvSpPr>
            <a:spLocks noGrp="1"/>
          </p:cNvSpPr>
          <p:nvPr>
            <p:ph type="title" hasCustomPrompt="1"/>
          </p:nvPr>
        </p:nvSpPr>
        <p:spPr>
          <a:xfrm>
            <a:off x="840105" y="727710"/>
            <a:ext cx="3931920" cy="1115060"/>
          </a:xfrm>
        </p:spPr>
        <p:txBody>
          <a:bodyPr anchor="ctr"/>
          <a:lstStyle>
            <a:lvl1pPr>
              <a:buNone/>
              <a:defRPr sz="2400">
                <a:latin typeface="+mn-ea"/>
                <a:ea typeface="+mn-ea"/>
                <a:cs typeface="+mn-ea"/>
              </a:defRPr>
            </a:lvl1pPr>
          </a:lstStyle>
          <a:p>
            <a:r>
              <a:t>单击此处编辑标题</a:t>
            </a:r>
          </a:p>
        </p:txBody>
      </p:sp>
      <p:sp>
        <p:nvSpPr>
          <p:cNvPr id="6" name="内容占位符 5">
            <a:extLst>
              <a:ext uri="{FF2B5EF4-FFF2-40B4-BE49-F238E27FC236}">
                <a16:creationId xmlns:a16="http://schemas.microsoft.com/office/drawing/2014/main" id="{D5305B16-EE41-467B-8598-4BAFFBCCDB29}"/>
              </a:ext>
            </a:extLst>
          </p:cNvPr>
          <p:cNvSpPr>
            <a:spLocks noGrp="1"/>
          </p:cNvSpPr>
          <p:nvPr>
            <p:ph idx="1" hasCustomPrompt="1"/>
          </p:nvPr>
        </p:nvSpPr>
        <p:spPr>
          <a:xfrm>
            <a:off x="5138420" y="727710"/>
            <a:ext cx="6172200" cy="5403215"/>
          </a:xfrm>
          <a:prstGeom prst="rect">
            <a:avLst/>
          </a:prstGeom>
        </p:spPr>
        <p:txBody>
          <a:bodyPr/>
          <a:lstStyle>
            <a:lvl1pPr>
              <a:buNone/>
              <a:defRPr sz="1800">
                <a:latin typeface="+mn-ea"/>
                <a:ea typeface="+mn-ea"/>
                <a:cs typeface="+mn-ea"/>
              </a:defRPr>
            </a:lvl1pPr>
            <a:lvl2pPr marL="342900" indent="0">
              <a:buNone/>
              <a:defRPr sz="1800">
                <a:latin typeface="+mn-ea"/>
                <a:ea typeface="+mn-ea"/>
                <a:cs typeface="+mn-ea"/>
              </a:defRPr>
            </a:lvl2pPr>
            <a:lvl3pPr>
              <a:buNone/>
              <a:defRPr sz="1800">
                <a:latin typeface="+mn-ea"/>
                <a:ea typeface="+mn-ea"/>
                <a:cs typeface="+mn-ea"/>
              </a:defRPr>
            </a:lvl3pPr>
            <a:lvl4pPr>
              <a:buNone/>
              <a:defRPr sz="1800">
                <a:latin typeface="+mn-ea"/>
                <a:ea typeface="+mn-ea"/>
                <a:cs typeface="+mn-ea"/>
              </a:defRPr>
            </a:lvl4pPr>
            <a:lvl5pPr>
              <a:buNone/>
              <a:defRPr sz="1800">
                <a:latin typeface="+mn-ea"/>
                <a:ea typeface="+mn-ea"/>
                <a:cs typeface="+mn-ea"/>
              </a:defRPr>
            </a:lvl5pPr>
            <a:lvl6pPr>
              <a:buNone/>
              <a:defRPr sz="1500"/>
            </a:lvl6pPr>
            <a:lvl7pPr>
              <a:buNone/>
              <a:defRPr sz="1500"/>
            </a:lvl7pPr>
            <a:lvl8pPr>
              <a:buNone/>
              <a:defRPr sz="1500"/>
            </a:lvl8pPr>
            <a:lvl9pPr>
              <a:buNone/>
              <a:defRPr sz="1500"/>
            </a:lvl9pPr>
          </a:lstStyle>
          <a:p>
            <a:pPr>
              <a:buNone/>
            </a:pPr>
            <a:r>
              <a:t>单击此处编辑正文</a:t>
            </a:r>
          </a:p>
        </p:txBody>
      </p:sp>
      <p:sp>
        <p:nvSpPr>
          <p:cNvPr id="7" name="文本占位符 6">
            <a:extLst>
              <a:ext uri="{FF2B5EF4-FFF2-40B4-BE49-F238E27FC236}">
                <a16:creationId xmlns:a16="http://schemas.microsoft.com/office/drawing/2014/main" id="{09319582-360F-4A74-97BA-89B895C32A34}"/>
              </a:ext>
            </a:extLst>
          </p:cNvPr>
          <p:cNvSpPr>
            <a:spLocks noGrp="1"/>
          </p:cNvSpPr>
          <p:nvPr>
            <p:ph type="body" idx="2" hasCustomPrompt="1"/>
          </p:nvPr>
        </p:nvSpPr>
        <p:spPr>
          <a:xfrm>
            <a:off x="840105" y="2239646"/>
            <a:ext cx="3931920" cy="3891915"/>
          </a:xfrm>
          <a:prstGeom prst="rect">
            <a:avLst/>
          </a:prstGeom>
        </p:spPr>
        <p:txBody>
          <a:bodyPr/>
          <a:lstStyle>
            <a:lvl1pPr marL="257175" indent="-257175">
              <a:buChar char="•"/>
              <a:defRPr sz="1800">
                <a:latin typeface="+mn-ea"/>
                <a:ea typeface="+mn-ea"/>
                <a:cs typeface="+mn-ea"/>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a:buNone/>
            </a:pPr>
            <a:r>
              <a:t>单击此处编辑正文</a:t>
            </a:r>
          </a:p>
          <a:p>
            <a:pPr>
              <a:buNone/>
            </a:pPr>
            <a:r>
              <a:t>单击此处编辑正文</a:t>
            </a:r>
          </a:p>
          <a:p>
            <a:pPr>
              <a:buNone/>
            </a:pPr>
            <a:r>
              <a:t>单击此处编辑正文</a:t>
            </a:r>
          </a:p>
          <a:p>
            <a:pPr>
              <a:buNone/>
            </a:pPr>
            <a:r>
              <a:t>单击此处编辑正文</a:t>
            </a:r>
          </a:p>
          <a:p>
            <a:pPr>
              <a:buNone/>
            </a:pPr>
            <a:r>
              <a:t>单击此处编辑正文</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CF81A9A7-75DE-4F1E-9CB4-E92A5A466FC8}"/>
              </a:ext>
            </a:extLst>
          </p:cNvPr>
          <p:cNvSpPr>
            <a:spLocks noGrp="1"/>
          </p:cNvSpPr>
          <p:nvPr>
            <p:ph type="title" hasCustomPrompt="1"/>
          </p:nvPr>
        </p:nvSpPr>
        <p:spPr>
          <a:xfrm>
            <a:off x="669926" y="5605146"/>
            <a:ext cx="10852151" cy="558165"/>
          </a:xfrm>
        </p:spPr>
        <p:txBody>
          <a:bodyPr/>
          <a:lstStyle>
            <a:lvl1pPr>
              <a:buNone/>
              <a:defRPr b="0">
                <a:latin typeface="+mn-ea"/>
                <a:ea typeface="+mn-ea"/>
                <a:cs typeface="+mn-ea"/>
              </a:defRPr>
            </a:lvl1pPr>
          </a:lstStyle>
          <a:p>
            <a:r>
              <a:t>单击此处编辑正文</a:t>
            </a:r>
          </a:p>
        </p:txBody>
      </p:sp>
      <p:sp>
        <p:nvSpPr>
          <p:cNvPr id="8" name="内容占位符 7">
            <a:extLst>
              <a:ext uri="{FF2B5EF4-FFF2-40B4-BE49-F238E27FC236}">
                <a16:creationId xmlns:a16="http://schemas.microsoft.com/office/drawing/2014/main" id="{E3F3C00C-DEFD-4A24-9943-14F653B29139}"/>
              </a:ext>
            </a:extLst>
          </p:cNvPr>
          <p:cNvSpPr>
            <a:spLocks noGrp="1"/>
          </p:cNvSpPr>
          <p:nvPr>
            <p:ph idx="1" hasCustomPrompt="1"/>
          </p:nvPr>
        </p:nvSpPr>
        <p:spPr>
          <a:xfrm>
            <a:off x="669926" y="641351"/>
            <a:ext cx="10852151" cy="4556125"/>
          </a:xfrm>
          <a:prstGeom prst="rect">
            <a:avLst/>
          </a:prstGeom>
        </p:spPr>
        <p:txBody>
          <a:bodyPr vert="horz" lIns="101600" tIns="0" rIns="82550" bIns="0">
            <a:noAutofit/>
          </a:bodyPr>
          <a:lstStyle>
            <a:lvl1pPr marL="171450" indent="-171450" algn="l">
              <a:lnSpc>
                <a:spcPct val="130000"/>
              </a:lnSpc>
              <a:spcBef>
                <a:spcPts val="0"/>
              </a:spcBef>
              <a:spcAft>
                <a:spcPts val="1000"/>
              </a:spcAft>
              <a:buChar char="•"/>
              <a:defRPr sz="1800" b="0" i="0" u="none" cap="none" spc="150">
                <a:solidFill>
                  <a:schemeClr val="tx1">
                    <a:lumMod val="75000"/>
                    <a:lumOff val="25000"/>
                  </a:schemeClr>
                </a:solidFill>
                <a:latin typeface="+mn-ea"/>
                <a:ea typeface="+mn-ea"/>
                <a:cs typeface="+mn-ea"/>
              </a:defRPr>
            </a:lvl1pPr>
            <a:lvl2pPr marL="342900" indent="0" algn="l">
              <a:lnSpc>
                <a:spcPct val="130000"/>
              </a:lnSpc>
              <a:spcBef>
                <a:spcPts val="0"/>
              </a:spcBef>
              <a:spcAft>
                <a:spcPts val="1000"/>
              </a:spcAft>
              <a:buNone/>
              <a:defRPr sz="1800" b="0" i="0" u="none" cap="none" spc="150">
                <a:solidFill>
                  <a:schemeClr val="tx1">
                    <a:lumMod val="75000"/>
                    <a:lumOff val="25000"/>
                  </a:schemeClr>
                </a:solidFill>
                <a:latin typeface="+mn-ea"/>
                <a:ea typeface="+mn-ea"/>
                <a:cs typeface="+mn-ea"/>
              </a:defRPr>
            </a:lvl2pPr>
            <a:lvl3pPr marL="857250" indent="-171450" algn="l">
              <a:lnSpc>
                <a:spcPct val="130000"/>
              </a:lnSpc>
              <a:spcBef>
                <a:spcPts val="0"/>
              </a:spcBef>
              <a:spcAft>
                <a:spcPts val="1000"/>
              </a:spcAft>
              <a:buChar char="•"/>
              <a:defRPr sz="1800" b="0" i="0" u="none" cap="none" spc="150">
                <a:solidFill>
                  <a:schemeClr val="tx1">
                    <a:lumMod val="75000"/>
                    <a:lumOff val="25000"/>
                  </a:schemeClr>
                </a:solidFill>
                <a:latin typeface="+mn-ea"/>
                <a:ea typeface="+mn-ea"/>
                <a:cs typeface="+mn-ea"/>
              </a:defRPr>
            </a:lvl3pPr>
            <a:lvl4pPr marL="1200150" indent="-171450" algn="l">
              <a:lnSpc>
                <a:spcPct val="130000"/>
              </a:lnSpc>
              <a:spcBef>
                <a:spcPts val="0"/>
              </a:spcBef>
              <a:spcAft>
                <a:spcPts val="1000"/>
              </a:spcAft>
              <a:buChar char="•"/>
              <a:defRPr sz="1800" b="0" i="0" u="none" cap="none" spc="150">
                <a:solidFill>
                  <a:schemeClr val="tx1">
                    <a:lumMod val="75000"/>
                    <a:lumOff val="25000"/>
                  </a:schemeClr>
                </a:solidFill>
                <a:latin typeface="+mn-ea"/>
                <a:ea typeface="+mn-ea"/>
                <a:cs typeface="+mn-ea"/>
              </a:defRPr>
            </a:lvl4pPr>
            <a:lvl5pPr marL="1543050" indent="-171450" algn="l">
              <a:lnSpc>
                <a:spcPct val="130000"/>
              </a:lnSpc>
              <a:spcBef>
                <a:spcPts val="0"/>
              </a:spcBef>
              <a:spcAft>
                <a:spcPts val="1000"/>
              </a:spcAft>
              <a:buChar char="•"/>
              <a:defRPr sz="1800" b="0" i="0" u="none" cap="none" spc="150">
                <a:solidFill>
                  <a:schemeClr val="tx1">
                    <a:lumMod val="75000"/>
                    <a:lumOff val="25000"/>
                  </a:schemeClr>
                </a:solidFill>
                <a:latin typeface="+mn-ea"/>
                <a:ea typeface="+mn-ea"/>
                <a:cs typeface="+mn-ea"/>
              </a:defRPr>
            </a:lvl5pPr>
          </a:lstStyle>
          <a:p>
            <a:pPr>
              <a:buNone/>
            </a:pPr>
            <a:r>
              <a:t>单击此处编辑正文</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单张大图">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478545E-B94A-4DEE-8072-A99595096463}"/>
              </a:ext>
            </a:extLst>
          </p:cNvPr>
          <p:cNvSpPr>
            <a:spLocks noGrp="1"/>
          </p:cNvSpPr>
          <p:nvPr>
            <p:ph idx="2" hasCustomPrompt="1"/>
          </p:nvPr>
        </p:nvSpPr>
        <p:spPr>
          <a:xfrm>
            <a:off x="467995" y="565150"/>
            <a:ext cx="5400040" cy="5727700"/>
          </a:xfrm>
          <a:prstGeom prst="rect">
            <a:avLst/>
          </a:prstGeom>
        </p:spPr>
        <p:txBody>
          <a:bodyPr vert="horz" lIns="101600" tIns="0" rIns="82550" bIns="0">
            <a:noAutofit/>
          </a:bodyPr>
          <a:lstStyle>
            <a:lvl1pPr marL="171450" indent="-171450" algn="l">
              <a:lnSpc>
                <a:spcPct val="130000"/>
              </a:lnSpc>
              <a:spcBef>
                <a:spcPts val="0"/>
              </a:spcBef>
              <a:spcAft>
                <a:spcPts val="1000"/>
              </a:spcAft>
              <a:buChar char="•"/>
              <a:defRPr sz="1800" b="0" i="0" u="none" cap="none" spc="150">
                <a:solidFill>
                  <a:schemeClr val="tx1">
                    <a:lumMod val="75000"/>
                    <a:lumOff val="25000"/>
                  </a:schemeClr>
                </a:solidFill>
                <a:latin typeface="+mn-ea"/>
                <a:ea typeface="+mn-ea"/>
                <a:cs typeface="+mn-ea"/>
              </a:defRPr>
            </a:lvl1pPr>
            <a:lvl2pPr marL="514350" indent="-171450" algn="l">
              <a:lnSpc>
                <a:spcPct val="130000"/>
              </a:lnSpc>
              <a:spcBef>
                <a:spcPts val="0"/>
              </a:spcBef>
              <a:spcAft>
                <a:spcPts val="1000"/>
              </a:spcAft>
              <a:buChar char="•"/>
              <a:defRPr sz="1800" b="0" i="0" u="none" cap="none" spc="150">
                <a:solidFill>
                  <a:schemeClr val="tx1">
                    <a:lumMod val="75000"/>
                    <a:lumOff val="25000"/>
                  </a:schemeClr>
                </a:solidFill>
                <a:latin typeface="+mn-ea"/>
                <a:ea typeface="+mn-ea"/>
                <a:cs typeface="+mn-ea"/>
              </a:defRPr>
            </a:lvl2pPr>
            <a:lvl3pPr marL="857250" indent="-171450" algn="l">
              <a:lnSpc>
                <a:spcPct val="130000"/>
              </a:lnSpc>
              <a:spcBef>
                <a:spcPts val="0"/>
              </a:spcBef>
              <a:spcAft>
                <a:spcPts val="1000"/>
              </a:spcAft>
              <a:buChar char="•"/>
              <a:defRPr sz="1800" b="0" i="0" u="none" cap="none" spc="150">
                <a:solidFill>
                  <a:schemeClr val="tx1">
                    <a:lumMod val="75000"/>
                    <a:lumOff val="25000"/>
                  </a:schemeClr>
                </a:solidFill>
                <a:latin typeface="+mn-ea"/>
                <a:ea typeface="+mn-ea"/>
                <a:cs typeface="+mn-ea"/>
              </a:defRPr>
            </a:lvl3pPr>
            <a:lvl4pPr marL="1200150" indent="-171450" algn="l">
              <a:lnSpc>
                <a:spcPct val="130000"/>
              </a:lnSpc>
              <a:spcBef>
                <a:spcPts val="0"/>
              </a:spcBef>
              <a:spcAft>
                <a:spcPts val="1000"/>
              </a:spcAft>
              <a:buChar char="•"/>
              <a:defRPr sz="1800" b="0" i="0" u="none" cap="none" spc="150">
                <a:solidFill>
                  <a:schemeClr val="tx1">
                    <a:lumMod val="75000"/>
                    <a:lumOff val="25000"/>
                  </a:schemeClr>
                </a:solidFill>
                <a:latin typeface="+mn-ea"/>
                <a:ea typeface="+mn-ea"/>
                <a:cs typeface="+mn-ea"/>
              </a:defRPr>
            </a:lvl4pPr>
            <a:lvl5pPr marL="1543050" indent="-171450" algn="l">
              <a:lnSpc>
                <a:spcPct val="130000"/>
              </a:lnSpc>
              <a:spcBef>
                <a:spcPts val="0"/>
              </a:spcBef>
              <a:spcAft>
                <a:spcPts val="1000"/>
              </a:spcAft>
              <a:buChar char="•"/>
              <a:defRPr sz="1800" b="0" i="0" u="none" cap="none" spc="150">
                <a:solidFill>
                  <a:schemeClr val="tx1">
                    <a:lumMod val="75000"/>
                    <a:lumOff val="25000"/>
                  </a:schemeClr>
                </a:solidFill>
                <a:latin typeface="+mn-ea"/>
                <a:ea typeface="+mn-ea"/>
                <a:cs typeface="+mn-ea"/>
              </a:defRPr>
            </a:lvl5pPr>
          </a:lstStyle>
          <a:p>
            <a:pPr>
              <a:buNone/>
            </a:pPr>
            <a:r>
              <a:t>单击此处编辑正文</a:t>
            </a:r>
          </a:p>
        </p:txBody>
      </p:sp>
      <p:sp>
        <p:nvSpPr>
          <p:cNvPr id="6" name="内容占位符 5">
            <a:extLst>
              <a:ext uri="{FF2B5EF4-FFF2-40B4-BE49-F238E27FC236}">
                <a16:creationId xmlns:a16="http://schemas.microsoft.com/office/drawing/2014/main" id="{876BDB1C-2BCE-4D69-BCD2-BAC2FAE733B5}"/>
              </a:ext>
            </a:extLst>
          </p:cNvPr>
          <p:cNvSpPr>
            <a:spLocks noGrp="1"/>
          </p:cNvSpPr>
          <p:nvPr>
            <p:ph idx="13" hasCustomPrompt="1"/>
          </p:nvPr>
        </p:nvSpPr>
        <p:spPr>
          <a:xfrm>
            <a:off x="6287771" y="565150"/>
            <a:ext cx="5400040" cy="5727700"/>
          </a:xfrm>
          <a:prstGeom prst="rect">
            <a:avLst/>
          </a:prstGeom>
        </p:spPr>
        <p:txBody>
          <a:bodyPr vert="horz" lIns="101600" tIns="0" rIns="82550" bIns="0">
            <a:noAutofit/>
          </a:bodyPr>
          <a:lstStyle>
            <a:lvl1pPr marL="171450" indent="-171450" algn="l">
              <a:lnSpc>
                <a:spcPct val="130000"/>
              </a:lnSpc>
              <a:spcBef>
                <a:spcPts val="0"/>
              </a:spcBef>
              <a:spcAft>
                <a:spcPts val="1000"/>
              </a:spcAft>
              <a:buChar char="•"/>
              <a:defRPr sz="1800" b="0" i="0" u="none" cap="none" spc="150">
                <a:solidFill>
                  <a:schemeClr val="tx1">
                    <a:lumMod val="75000"/>
                    <a:lumOff val="25000"/>
                  </a:schemeClr>
                </a:solidFill>
                <a:latin typeface="+mn-ea"/>
                <a:ea typeface="+mn-ea"/>
                <a:cs typeface="+mn-ea"/>
              </a:defRPr>
            </a:lvl1pPr>
            <a:lvl2pPr marL="514350" indent="-171450" algn="l">
              <a:lnSpc>
                <a:spcPct val="130000"/>
              </a:lnSpc>
              <a:spcBef>
                <a:spcPts val="0"/>
              </a:spcBef>
              <a:spcAft>
                <a:spcPts val="1000"/>
              </a:spcAft>
              <a:buChar char="•"/>
              <a:defRPr sz="1800" b="0" i="0" u="none" cap="none" spc="150">
                <a:solidFill>
                  <a:schemeClr val="tx1">
                    <a:lumMod val="75000"/>
                    <a:lumOff val="25000"/>
                  </a:schemeClr>
                </a:solidFill>
                <a:latin typeface="+mn-ea"/>
                <a:ea typeface="+mn-ea"/>
                <a:cs typeface="+mn-ea"/>
              </a:defRPr>
            </a:lvl2pPr>
            <a:lvl3pPr marL="857250" indent="-171450" algn="l">
              <a:lnSpc>
                <a:spcPct val="130000"/>
              </a:lnSpc>
              <a:spcBef>
                <a:spcPts val="0"/>
              </a:spcBef>
              <a:spcAft>
                <a:spcPts val="1000"/>
              </a:spcAft>
              <a:buChar char="•"/>
              <a:defRPr sz="1800" b="0" i="0" u="none" cap="none" spc="150">
                <a:solidFill>
                  <a:schemeClr val="tx1">
                    <a:lumMod val="75000"/>
                    <a:lumOff val="25000"/>
                  </a:schemeClr>
                </a:solidFill>
                <a:latin typeface="+mn-ea"/>
                <a:ea typeface="+mn-ea"/>
                <a:cs typeface="+mn-ea"/>
              </a:defRPr>
            </a:lvl3pPr>
            <a:lvl4pPr marL="1200150" indent="-171450" algn="l">
              <a:lnSpc>
                <a:spcPct val="130000"/>
              </a:lnSpc>
              <a:spcBef>
                <a:spcPts val="0"/>
              </a:spcBef>
              <a:spcAft>
                <a:spcPts val="1000"/>
              </a:spcAft>
              <a:buChar char="•"/>
              <a:defRPr sz="1800" b="0" i="0" u="none" cap="none" spc="150">
                <a:solidFill>
                  <a:schemeClr val="tx1">
                    <a:lumMod val="75000"/>
                    <a:lumOff val="25000"/>
                  </a:schemeClr>
                </a:solidFill>
                <a:latin typeface="+mn-ea"/>
                <a:ea typeface="+mn-ea"/>
                <a:cs typeface="+mn-ea"/>
              </a:defRPr>
            </a:lvl4pPr>
            <a:lvl5pPr marL="1543050" indent="-171450" algn="l">
              <a:lnSpc>
                <a:spcPct val="130000"/>
              </a:lnSpc>
              <a:spcBef>
                <a:spcPts val="0"/>
              </a:spcBef>
              <a:spcAft>
                <a:spcPts val="1000"/>
              </a:spcAft>
              <a:buChar char="•"/>
              <a:defRPr sz="1800" b="0" i="0" u="none" cap="none" spc="150">
                <a:solidFill>
                  <a:schemeClr val="tx1">
                    <a:lumMod val="75000"/>
                    <a:lumOff val="25000"/>
                  </a:schemeClr>
                </a:solidFill>
                <a:latin typeface="+mn-ea"/>
                <a:ea typeface="+mn-ea"/>
                <a:cs typeface="+mn-ea"/>
              </a:defRPr>
            </a:lvl5pPr>
          </a:lstStyle>
          <a:p>
            <a:pPr>
              <a:buNone/>
            </a:pPr>
            <a:r>
              <a:t>单击此处编辑正文</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ABF886-E9E1-463D-A01C-3DFB5F703C3F}"/>
              </a:ext>
            </a:extLst>
          </p:cNvPr>
          <p:cNvSpPr>
            <a:spLocks noGrp="1"/>
          </p:cNvSpPr>
          <p:nvPr>
            <p:ph type="title" hasCustomPrompt="1"/>
          </p:nvPr>
        </p:nvSpPr>
        <p:spPr>
          <a:xfrm>
            <a:off x="669883" y="623592"/>
            <a:ext cx="10852237" cy="899167"/>
          </a:xfrm>
        </p:spPr>
        <p:txBody>
          <a:bodyPr vert="horz" lIns="101600" tIns="38100" rIns="25400" bIns="38100" anchor="ctr">
            <a:noAutofit/>
          </a:bodyPr>
          <a:lstStyle>
            <a:lvl1pPr marL="0" algn="ctr">
              <a:lnSpc>
                <a:spcPct val="100000"/>
              </a:lnSpc>
              <a:buNone/>
              <a:defRPr sz="2400" b="0" i="0" u="none" cap="none" spc="600">
                <a:solidFill>
                  <a:schemeClr val="tx1"/>
                </a:solidFill>
                <a:latin typeface="+mn-ea"/>
                <a:ea typeface="+mn-ea"/>
                <a:cs typeface="+mn-ea"/>
              </a:defRPr>
            </a:lvl1pPr>
          </a:lstStyle>
          <a:p>
            <a:pPr>
              <a:buNone/>
            </a:pPr>
            <a:r>
              <a:t>单击此处编辑标题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62028-2CAE-42B2-A48C-04309873155B}"/>
              </a:ext>
            </a:extLst>
          </p:cNvPr>
          <p:cNvSpPr>
            <a:spLocks noGrp="1"/>
          </p:cNvSpPr>
          <p:nvPr>
            <p:ph type="ctrTitle"/>
          </p:nvPr>
        </p:nvSpPr>
        <p:spPr>
          <a:xfrm>
            <a:off x="1524000" y="1122363"/>
            <a:ext cx="9144000" cy="2387600"/>
          </a:xfrm>
        </p:spPr>
        <p:txBody>
          <a:bodyPr anchor="b"/>
          <a:lstStyle>
            <a:lvl1pPr algn="ctr">
              <a:buNone/>
              <a:defRPr sz="6000"/>
            </a:lvl1pPr>
          </a:lstStyle>
          <a:p>
            <a:r>
              <a:t>单击此处编辑母版标题样式</a:t>
            </a:r>
          </a:p>
        </p:txBody>
      </p:sp>
      <p:sp>
        <p:nvSpPr>
          <p:cNvPr id="3" name="Subtitle 2">
            <a:extLst>
              <a:ext uri="{FF2B5EF4-FFF2-40B4-BE49-F238E27FC236}">
                <a16:creationId xmlns:a16="http://schemas.microsoft.com/office/drawing/2014/main" id="{C2CE0FD0-EF77-4FBB-BDB2-147C8114DB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9A3B1-B3E0-43A4-8F49-D93AA1AF2C70}"/>
              </a:ext>
            </a:extLst>
          </p:cNvPr>
          <p:cNvSpPr>
            <a:spLocks noGrp="1"/>
          </p:cNvSpPr>
          <p:nvPr>
            <p:ph type="title"/>
          </p:nvPr>
        </p:nvSpPr>
        <p:spPr/>
        <p:txBody>
          <a:bodyPr/>
          <a:lstStyle/>
          <a:p>
            <a:r>
              <a:t>单击此处编辑母版标题样式</a:t>
            </a:r>
          </a:p>
        </p:txBody>
      </p:sp>
      <p:sp>
        <p:nvSpPr>
          <p:cNvPr id="3" name="Content Placeholder 2">
            <a:extLst>
              <a:ext uri="{FF2B5EF4-FFF2-40B4-BE49-F238E27FC236}">
                <a16:creationId xmlns:a16="http://schemas.microsoft.com/office/drawing/2014/main" id="{13138B9D-826F-4819-B419-E3B631DBC729}"/>
              </a:ext>
            </a:extLst>
          </p:cNvPr>
          <p:cNvSpPr>
            <a:spLocks noGrp="1"/>
          </p:cNvSpPr>
          <p:nvPr>
            <p:ph idx="1"/>
          </p:nvPr>
        </p:nvSpPr>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16D3F-77E2-41C7-9A2B-09CFDEFBD6FB}"/>
              </a:ext>
            </a:extLst>
          </p:cNvPr>
          <p:cNvSpPr>
            <a:spLocks noGrp="1"/>
          </p:cNvSpPr>
          <p:nvPr>
            <p:ph type="title"/>
          </p:nvPr>
        </p:nvSpPr>
        <p:spPr>
          <a:xfrm>
            <a:off x="831850" y="1709738"/>
            <a:ext cx="10515600" cy="2852737"/>
          </a:xfrm>
        </p:spPr>
        <p:txBody>
          <a:bodyPr anchor="b"/>
          <a:lstStyle>
            <a:lvl1pPr>
              <a:buNone/>
              <a:defRPr sz="6000"/>
            </a:lvl1pPr>
          </a:lstStyle>
          <a:p>
            <a:r>
              <a:t>单击此处编辑母版标题样式</a:t>
            </a:r>
          </a:p>
        </p:txBody>
      </p:sp>
      <p:sp>
        <p:nvSpPr>
          <p:cNvPr id="3" name="Text Placeholder 2">
            <a:extLst>
              <a:ext uri="{FF2B5EF4-FFF2-40B4-BE49-F238E27FC236}">
                <a16:creationId xmlns:a16="http://schemas.microsoft.com/office/drawing/2014/main" id="{3BCB18FE-8BF3-4B6F-893C-E472DBCA7A4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buNone/>
            </a:pPr>
            <a:r>
              <a:t>单击此处编辑母版文本样式</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72EDD-93DA-4E1A-9A08-7C3CCC8305ED}"/>
              </a:ext>
            </a:extLst>
          </p:cNvPr>
          <p:cNvSpPr>
            <a:spLocks noGrp="1"/>
          </p:cNvSpPr>
          <p:nvPr>
            <p:ph type="title"/>
          </p:nvPr>
        </p:nvSpPr>
        <p:spPr/>
        <p:txBody>
          <a:bodyPr/>
          <a:lstStyle/>
          <a:p>
            <a:r>
              <a:t>单击此处编辑母版标题样式</a:t>
            </a:r>
          </a:p>
        </p:txBody>
      </p:sp>
      <p:sp>
        <p:nvSpPr>
          <p:cNvPr id="3" name="Content Placeholder 2">
            <a:extLst>
              <a:ext uri="{FF2B5EF4-FFF2-40B4-BE49-F238E27FC236}">
                <a16:creationId xmlns:a16="http://schemas.microsoft.com/office/drawing/2014/main" id="{E8F807CA-7E78-44DA-98EF-A9A4D3D9AFB9}"/>
              </a:ext>
            </a:extLst>
          </p:cNvPr>
          <p:cNvSpPr>
            <a:spLocks noGrp="1"/>
          </p:cNvSpPr>
          <p:nvPr>
            <p:ph idx="1"/>
          </p:nvPr>
        </p:nvSpPr>
        <p:spPr>
          <a:xfrm>
            <a:off x="838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Content Placeholder 3">
            <a:extLst>
              <a:ext uri="{FF2B5EF4-FFF2-40B4-BE49-F238E27FC236}">
                <a16:creationId xmlns:a16="http://schemas.microsoft.com/office/drawing/2014/main" id="{F297C03B-BD8A-4CFC-BEB0-FA30A5AF908B}"/>
              </a:ext>
            </a:extLst>
          </p:cNvPr>
          <p:cNvSpPr>
            <a:spLocks noGrp="1"/>
          </p:cNvSpPr>
          <p:nvPr>
            <p:ph idx="2"/>
          </p:nvPr>
        </p:nvSpPr>
        <p:spPr>
          <a:xfrm>
            <a:off x="6172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4516B-1C33-4307-9FFF-5494F4C04217}"/>
              </a:ext>
            </a:extLst>
          </p:cNvPr>
          <p:cNvSpPr>
            <a:spLocks noGrp="1"/>
          </p:cNvSpPr>
          <p:nvPr>
            <p:ph type="title"/>
          </p:nvPr>
        </p:nvSpPr>
        <p:spPr>
          <a:xfrm>
            <a:off x="839788" y="365125"/>
            <a:ext cx="10515600" cy="1325563"/>
          </a:xfrm>
        </p:spPr>
        <p:txBody>
          <a:bodyPr/>
          <a:lstStyle/>
          <a:p>
            <a:r>
              <a:t>单击此处编辑母版标题样式</a:t>
            </a:r>
          </a:p>
        </p:txBody>
      </p:sp>
      <p:sp>
        <p:nvSpPr>
          <p:cNvPr id="3" name="Text Placeholder 2">
            <a:extLst>
              <a:ext uri="{FF2B5EF4-FFF2-40B4-BE49-F238E27FC236}">
                <a16:creationId xmlns:a16="http://schemas.microsoft.com/office/drawing/2014/main" id="{714A327B-9C3A-45FA-8084-FD813BB3D5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单击此处编辑母版文本样式</a:t>
            </a:r>
          </a:p>
        </p:txBody>
      </p:sp>
      <p:sp>
        <p:nvSpPr>
          <p:cNvPr id="4" name="Content Placeholder 3">
            <a:extLst>
              <a:ext uri="{FF2B5EF4-FFF2-40B4-BE49-F238E27FC236}">
                <a16:creationId xmlns:a16="http://schemas.microsoft.com/office/drawing/2014/main" id="{B0C80C25-3FCF-4DF9-9AE6-050D15FC2F3D}"/>
              </a:ext>
            </a:extLst>
          </p:cNvPr>
          <p:cNvSpPr>
            <a:spLocks noGrp="1"/>
          </p:cNvSpPr>
          <p:nvPr>
            <p:ph idx="2"/>
          </p:nvPr>
        </p:nvSpPr>
        <p:spPr>
          <a:xfrm>
            <a:off x="839788" y="2505075"/>
            <a:ext cx="5157787"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5" name="Text Placeholder 4">
            <a:extLst>
              <a:ext uri="{FF2B5EF4-FFF2-40B4-BE49-F238E27FC236}">
                <a16:creationId xmlns:a16="http://schemas.microsoft.com/office/drawing/2014/main" id="{E7FF1554-D22C-42C7-BA35-14BF3E00B4C5}"/>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单击此处编辑母版文本样式</a:t>
            </a:r>
          </a:p>
        </p:txBody>
      </p:sp>
      <p:sp>
        <p:nvSpPr>
          <p:cNvPr id="6" name="Content Placeholder 5">
            <a:extLst>
              <a:ext uri="{FF2B5EF4-FFF2-40B4-BE49-F238E27FC236}">
                <a16:creationId xmlns:a16="http://schemas.microsoft.com/office/drawing/2014/main" id="{D0F4835C-8A76-44E7-B29D-D5B19C108DD4}"/>
              </a:ext>
            </a:extLst>
          </p:cNvPr>
          <p:cNvSpPr>
            <a:spLocks noGrp="1"/>
          </p:cNvSpPr>
          <p:nvPr>
            <p:ph idx="4"/>
          </p:nvPr>
        </p:nvSpPr>
        <p:spPr>
          <a:xfrm>
            <a:off x="6172200" y="2505075"/>
            <a:ext cx="5183188"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79FD5-6F09-4B50-83E0-5327AFF101B0}"/>
              </a:ext>
            </a:extLst>
          </p:cNvPr>
          <p:cNvSpPr>
            <a:spLocks noGrp="1"/>
          </p:cNvSpPr>
          <p:nvPr>
            <p:ph type="title"/>
          </p:nvPr>
        </p:nvSpPr>
        <p:spPr/>
        <p:txBody>
          <a:bodyPr/>
          <a:lstStyle/>
          <a:p>
            <a:r>
              <a:t>单击此处编辑母版标题样式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B2D9AD-1187-4483-A096-EE22D84ADD32}"/>
              </a:ext>
            </a:extLst>
          </p:cNvPr>
          <p:cNvSpPr>
            <a:spLocks noGrp="1"/>
          </p:cNvSpPr>
          <p:nvPr>
            <p:ph type="dt" idx="10"/>
          </p:nvPr>
        </p:nvSpPr>
        <p:spPr>
          <a:xfrm>
            <a:off x="838200" y="6356350"/>
            <a:ext cx="2743200" cy="365125"/>
          </a:xfrm>
          <a:prstGeom prst="rect">
            <a:avLst/>
          </a:prstGeom>
        </p:spPr>
        <p:txBody>
          <a:bodyPr/>
          <a:lstStyle/>
          <a:p>
            <a:endParaRPr/>
          </a:p>
        </p:txBody>
      </p:sp>
      <p:sp>
        <p:nvSpPr>
          <p:cNvPr id="3" name="Footer Placeholder 2">
            <a:extLst>
              <a:ext uri="{FF2B5EF4-FFF2-40B4-BE49-F238E27FC236}">
                <a16:creationId xmlns:a16="http://schemas.microsoft.com/office/drawing/2014/main" id="{6D5683A5-143B-41E6-A761-9C55AD7684DA}"/>
              </a:ext>
            </a:extLst>
          </p:cNvPr>
          <p:cNvSpPr>
            <a:spLocks noGrp="1"/>
          </p:cNvSpPr>
          <p:nvPr>
            <p:ph type="ftr" idx="11"/>
          </p:nvPr>
        </p:nvSpPr>
        <p:spPr>
          <a:xfrm>
            <a:off x="4038600" y="6356350"/>
            <a:ext cx="4114800" cy="365125"/>
          </a:xfrm>
          <a:prstGeom prst="rect">
            <a:avLst/>
          </a:prstGeom>
        </p:spPr>
        <p:txBody>
          <a:bodyPr/>
          <a:lstStyle/>
          <a:p>
            <a:endParaRPr/>
          </a:p>
        </p:txBody>
      </p:sp>
      <p:sp>
        <p:nvSpPr>
          <p:cNvPr id="4" name="Slide Number Placeholder 3">
            <a:extLst>
              <a:ext uri="{FF2B5EF4-FFF2-40B4-BE49-F238E27FC236}">
                <a16:creationId xmlns:a16="http://schemas.microsoft.com/office/drawing/2014/main" id="{01A35D71-5DFF-4A2A-8044-87B1391FCDD0}"/>
              </a:ext>
            </a:extLst>
          </p:cNvPr>
          <p:cNvSpPr>
            <a:spLocks noGrp="1"/>
          </p:cNvSpPr>
          <p:nvPr>
            <p:ph type="sldNum" idx="12"/>
          </p:nvPr>
        </p:nvSpPr>
        <p:spPr>
          <a:xfrm>
            <a:off x="8610600" y="6356350"/>
            <a:ext cx="2743200" cy="365125"/>
          </a:xfrm>
          <a:prstGeom prst="rect">
            <a:avLst/>
          </a:prstGeom>
        </p:spPr>
        <p:txBody>
          <a:bodyPr/>
          <a:lstStyle/>
          <a:p>
            <a:fld id="{48F63A3B-78C7-47BE-AE5E-E10140E04643}" type="slidenum">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91C9E-CF1E-4019-B807-8BBF48223D25}"/>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Content Placeholder 2">
            <a:extLst>
              <a:ext uri="{FF2B5EF4-FFF2-40B4-BE49-F238E27FC236}">
                <a16:creationId xmlns:a16="http://schemas.microsoft.com/office/drawing/2014/main" id="{42B3C66B-28AA-4A7F-84C5-00089CDE04D9}"/>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Text Placeholder 3">
            <a:extLst>
              <a:ext uri="{FF2B5EF4-FFF2-40B4-BE49-F238E27FC236}">
                <a16:creationId xmlns:a16="http://schemas.microsoft.com/office/drawing/2014/main" id="{FDF1BC16-56AF-4A63-B6C7-CD11B48CCC55}"/>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单击此处编辑母版文本样式</a:t>
            </a:r>
          </a:p>
        </p:txBody>
      </p:sp>
      <p:sp>
        <p:nvSpPr>
          <p:cNvPr id="5" name="Date Placeholder 4">
            <a:extLst>
              <a:ext uri="{FF2B5EF4-FFF2-40B4-BE49-F238E27FC236}">
                <a16:creationId xmlns:a16="http://schemas.microsoft.com/office/drawing/2014/main" id="{6744835C-AC55-4A39-8BEE-B396F14A2EC8}"/>
              </a:ext>
            </a:extLst>
          </p:cNvPr>
          <p:cNvSpPr>
            <a:spLocks noGrp="1"/>
          </p:cNvSpPr>
          <p:nvPr>
            <p:ph type="dt" idx="10"/>
          </p:nvPr>
        </p:nvSpPr>
        <p:spPr>
          <a:xfrm>
            <a:off x="838200" y="6356350"/>
            <a:ext cx="2743200" cy="365125"/>
          </a:xfrm>
          <a:prstGeom prst="rect">
            <a:avLst/>
          </a:prstGeom>
        </p:spPr>
        <p:txBody>
          <a:bodyPr/>
          <a:lstStyle/>
          <a:p>
            <a:endParaRPr/>
          </a:p>
        </p:txBody>
      </p:sp>
      <p:sp>
        <p:nvSpPr>
          <p:cNvPr id="6" name="Footer Placeholder 5">
            <a:extLst>
              <a:ext uri="{FF2B5EF4-FFF2-40B4-BE49-F238E27FC236}">
                <a16:creationId xmlns:a16="http://schemas.microsoft.com/office/drawing/2014/main" id="{E225DF91-4899-492C-8C58-3F97DAC0E1F9}"/>
              </a:ext>
            </a:extLst>
          </p:cNvPr>
          <p:cNvSpPr>
            <a:spLocks noGrp="1"/>
          </p:cNvSpPr>
          <p:nvPr>
            <p:ph type="ftr" idx="11"/>
          </p:nvPr>
        </p:nvSpPr>
        <p:spPr>
          <a:xfrm>
            <a:off x="4038600" y="6356350"/>
            <a:ext cx="4114800" cy="365125"/>
          </a:xfrm>
          <a:prstGeom prst="rect">
            <a:avLst/>
          </a:prstGeom>
        </p:spPr>
        <p:txBody>
          <a:bodyPr/>
          <a:lstStyle/>
          <a:p>
            <a:endParaRPr/>
          </a:p>
        </p:txBody>
      </p:sp>
      <p:sp>
        <p:nvSpPr>
          <p:cNvPr id="7" name="Slide Number Placeholder 6">
            <a:extLst>
              <a:ext uri="{FF2B5EF4-FFF2-40B4-BE49-F238E27FC236}">
                <a16:creationId xmlns:a16="http://schemas.microsoft.com/office/drawing/2014/main" id="{D1E58D28-8C6A-4744-8D6B-6EFCD22B361E}"/>
              </a:ext>
            </a:extLst>
          </p:cNvPr>
          <p:cNvSpPr>
            <a:spLocks noGrp="1"/>
          </p:cNvSpPr>
          <p:nvPr>
            <p:ph type="sldNum" idx="12"/>
          </p:nvPr>
        </p:nvSpPr>
        <p:spPr>
          <a:xfrm>
            <a:off x="8610600" y="6356350"/>
            <a:ext cx="2743200" cy="365125"/>
          </a:xfrm>
          <a:prstGeom prst="rect">
            <a:avLst/>
          </a:prstGeom>
        </p:spPr>
        <p:txBody>
          <a:bodyPr/>
          <a:lstStyle/>
          <a:p>
            <a:fld id="{48F63A3B-78C7-47BE-AE5E-E10140E04643}" type="slidenum">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32197-9EC1-4F0A-BA07-77257270AE5C}"/>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Picture Placeholder 2">
            <a:extLst>
              <a:ext uri="{FF2B5EF4-FFF2-40B4-BE49-F238E27FC236}">
                <a16:creationId xmlns:a16="http://schemas.microsoft.com/office/drawing/2014/main" id="{1F1C4A8D-B988-48AE-A13F-01260675F079}"/>
              </a:ext>
            </a:extLst>
          </p:cNvPr>
          <p:cNvSpPr>
            <a:spLocks noGrp="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t>单击图标添加图片</a:t>
            </a:r>
          </a:p>
        </p:txBody>
      </p:sp>
      <p:sp>
        <p:nvSpPr>
          <p:cNvPr id="4" name="Text Placeholder 3">
            <a:extLst>
              <a:ext uri="{FF2B5EF4-FFF2-40B4-BE49-F238E27FC236}">
                <a16:creationId xmlns:a16="http://schemas.microsoft.com/office/drawing/2014/main" id="{084B66FF-F39E-4746-86FC-7DBE7AE2F900}"/>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单击此处编辑母版文本样式</a:t>
            </a:r>
          </a:p>
        </p:txBody>
      </p:sp>
      <p:sp>
        <p:nvSpPr>
          <p:cNvPr id="5" name="Date Placeholder 4">
            <a:extLst>
              <a:ext uri="{FF2B5EF4-FFF2-40B4-BE49-F238E27FC236}">
                <a16:creationId xmlns:a16="http://schemas.microsoft.com/office/drawing/2014/main" id="{66B64332-FA52-4363-91BB-CE3F51A66393}"/>
              </a:ext>
            </a:extLst>
          </p:cNvPr>
          <p:cNvSpPr>
            <a:spLocks noGrp="1"/>
          </p:cNvSpPr>
          <p:nvPr>
            <p:ph type="dt" idx="10"/>
          </p:nvPr>
        </p:nvSpPr>
        <p:spPr>
          <a:xfrm>
            <a:off x="838200" y="6356350"/>
            <a:ext cx="2743200" cy="365125"/>
          </a:xfrm>
          <a:prstGeom prst="rect">
            <a:avLst/>
          </a:prstGeom>
        </p:spPr>
        <p:txBody>
          <a:bodyPr/>
          <a:lstStyle/>
          <a:p>
            <a:endParaRPr/>
          </a:p>
        </p:txBody>
      </p:sp>
      <p:sp>
        <p:nvSpPr>
          <p:cNvPr id="6" name="Footer Placeholder 5">
            <a:extLst>
              <a:ext uri="{FF2B5EF4-FFF2-40B4-BE49-F238E27FC236}">
                <a16:creationId xmlns:a16="http://schemas.microsoft.com/office/drawing/2014/main" id="{79F839F2-2CC1-473A-9FB9-745BF9EACC71}"/>
              </a:ext>
            </a:extLst>
          </p:cNvPr>
          <p:cNvSpPr>
            <a:spLocks noGrp="1"/>
          </p:cNvSpPr>
          <p:nvPr>
            <p:ph type="ftr" idx="11"/>
          </p:nvPr>
        </p:nvSpPr>
        <p:spPr>
          <a:xfrm>
            <a:off x="4038600" y="6356350"/>
            <a:ext cx="4114800" cy="365125"/>
          </a:xfrm>
          <a:prstGeom prst="rect">
            <a:avLst/>
          </a:prstGeom>
        </p:spPr>
        <p:txBody>
          <a:bodyPr/>
          <a:lstStyle/>
          <a:p>
            <a:endParaRPr/>
          </a:p>
        </p:txBody>
      </p:sp>
      <p:sp>
        <p:nvSpPr>
          <p:cNvPr id="7" name="Slide Number Placeholder 6">
            <a:extLst>
              <a:ext uri="{FF2B5EF4-FFF2-40B4-BE49-F238E27FC236}">
                <a16:creationId xmlns:a16="http://schemas.microsoft.com/office/drawing/2014/main" id="{6E8F243C-599B-4D71-8DE6-8383465B636B}"/>
              </a:ext>
            </a:extLst>
          </p:cNvPr>
          <p:cNvSpPr>
            <a:spLocks noGrp="1"/>
          </p:cNvSpPr>
          <p:nvPr>
            <p:ph type="sldNum" idx="12"/>
          </p:nvPr>
        </p:nvSpPr>
        <p:spPr>
          <a:xfrm>
            <a:off x="8610600" y="6356350"/>
            <a:ext cx="2743200" cy="365125"/>
          </a:xfrm>
          <a:prstGeom prst="rect">
            <a:avLst/>
          </a:prstGeom>
        </p:spPr>
        <p:txBody>
          <a:bodyPr/>
          <a:lstStyle/>
          <a:p>
            <a:fld id="{48F63A3B-78C7-47BE-AE5E-E10140E04643}" type="slidenum">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DF5B8-E6C3-4CB3-8A4E-279807E12BB2}"/>
              </a:ext>
            </a:extLst>
          </p:cNvPr>
          <p:cNvSpPr>
            <a:spLocks noGrp="1"/>
          </p:cNvSpPr>
          <p:nvPr>
            <p:ph type="title"/>
          </p:nvPr>
        </p:nvSpPr>
        <p:spPr/>
        <p:txBody>
          <a:bodyPr/>
          <a:lstStyle/>
          <a:p>
            <a:r>
              <a:t>单击此处编辑母版标题样式</a:t>
            </a:r>
          </a:p>
        </p:txBody>
      </p:sp>
      <p:sp>
        <p:nvSpPr>
          <p:cNvPr id="3" name="Vertical Text Placeholder 2">
            <a:extLst>
              <a:ext uri="{FF2B5EF4-FFF2-40B4-BE49-F238E27FC236}">
                <a16:creationId xmlns:a16="http://schemas.microsoft.com/office/drawing/2014/main" id="{9E16CB7E-1424-4439-85CA-2CC07E359D94}"/>
              </a:ext>
            </a:extLst>
          </p:cNvPr>
          <p:cNvSpPr>
            <a:spLocks noGrp="1"/>
          </p:cNvSpPr>
          <p:nvPr>
            <p:ph type="body" idx="1"/>
          </p:nvPr>
        </p:nvSpPr>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Date Placeholder 3">
            <a:extLst>
              <a:ext uri="{FF2B5EF4-FFF2-40B4-BE49-F238E27FC236}">
                <a16:creationId xmlns:a16="http://schemas.microsoft.com/office/drawing/2014/main" id="{9D90995C-9698-4050-AFA8-A6FD21C2A5AD}"/>
              </a:ext>
            </a:extLst>
          </p:cNvPr>
          <p:cNvSpPr>
            <a:spLocks noGrp="1"/>
          </p:cNvSpPr>
          <p:nvPr>
            <p:ph type="dt" idx="10"/>
          </p:nvPr>
        </p:nvSpPr>
        <p:spPr>
          <a:xfrm>
            <a:off x="838200" y="6356350"/>
            <a:ext cx="2743200" cy="365125"/>
          </a:xfrm>
          <a:prstGeom prst="rect">
            <a:avLst/>
          </a:prstGeom>
        </p:spPr>
        <p:txBody>
          <a:bodyPr/>
          <a:lstStyle/>
          <a:p>
            <a:endParaRPr/>
          </a:p>
        </p:txBody>
      </p:sp>
      <p:sp>
        <p:nvSpPr>
          <p:cNvPr id="5" name="Footer Placeholder 4">
            <a:extLst>
              <a:ext uri="{FF2B5EF4-FFF2-40B4-BE49-F238E27FC236}">
                <a16:creationId xmlns:a16="http://schemas.microsoft.com/office/drawing/2014/main" id="{5EE78110-052A-4F65-83E5-4D2D311A51FD}"/>
              </a:ext>
            </a:extLst>
          </p:cNvPr>
          <p:cNvSpPr>
            <a:spLocks noGrp="1"/>
          </p:cNvSpPr>
          <p:nvPr>
            <p:ph type="ftr" idx="11"/>
          </p:nvPr>
        </p:nvSpPr>
        <p:spPr>
          <a:xfrm>
            <a:off x="4038600" y="6356350"/>
            <a:ext cx="4114800" cy="365125"/>
          </a:xfrm>
          <a:prstGeom prst="rect">
            <a:avLst/>
          </a:prstGeom>
        </p:spPr>
        <p:txBody>
          <a:bodyPr/>
          <a:lstStyle/>
          <a:p>
            <a:endParaRPr/>
          </a:p>
        </p:txBody>
      </p:sp>
      <p:sp>
        <p:nvSpPr>
          <p:cNvPr id="6" name="Slide Number Placeholder 5">
            <a:extLst>
              <a:ext uri="{FF2B5EF4-FFF2-40B4-BE49-F238E27FC236}">
                <a16:creationId xmlns:a16="http://schemas.microsoft.com/office/drawing/2014/main" id="{8B72BFFC-5998-40D4-B3D9-3C795BC0319A}"/>
              </a:ext>
            </a:extLst>
          </p:cNvPr>
          <p:cNvSpPr>
            <a:spLocks noGrp="1"/>
          </p:cNvSpPr>
          <p:nvPr>
            <p:ph type="sldNum" idx="12"/>
          </p:nvPr>
        </p:nvSpPr>
        <p:spPr>
          <a:xfrm>
            <a:off x="8610600" y="6356350"/>
            <a:ext cx="2743200" cy="365125"/>
          </a:xfrm>
          <a:prstGeom prst="rect">
            <a:avLst/>
          </a:prstGeom>
        </p:spPr>
        <p:txBody>
          <a:bodyPr/>
          <a:lstStyle/>
          <a:p>
            <a:fld id="{48F63A3B-78C7-47BE-AE5E-E10140E04643}" type="slidenum">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C8EEC8-BDA7-4CA7-8DFB-570B62D678E6}"/>
              </a:ext>
            </a:extLst>
          </p:cNvPr>
          <p:cNvSpPr>
            <a:spLocks noGrp="1"/>
          </p:cNvSpPr>
          <p:nvPr>
            <p:ph type="title"/>
          </p:nvPr>
        </p:nvSpPr>
        <p:spPr>
          <a:xfrm>
            <a:off x="8724900" y="365125"/>
            <a:ext cx="2628900" cy="5811838"/>
          </a:xfrm>
        </p:spPr>
        <p:txBody>
          <a:bodyPr vert="eaVert"/>
          <a:lstStyle/>
          <a:p>
            <a:r>
              <a:t>单击此处编辑母版标题样式</a:t>
            </a:r>
          </a:p>
        </p:txBody>
      </p:sp>
      <p:sp>
        <p:nvSpPr>
          <p:cNvPr id="3" name="Vertical Text Placeholder 2">
            <a:extLst>
              <a:ext uri="{FF2B5EF4-FFF2-40B4-BE49-F238E27FC236}">
                <a16:creationId xmlns:a16="http://schemas.microsoft.com/office/drawing/2014/main" id="{97F86821-599F-48FC-B7AB-D8FB6DD8A34F}"/>
              </a:ext>
            </a:extLst>
          </p:cNvPr>
          <p:cNvSpPr>
            <a:spLocks noGrp="1"/>
          </p:cNvSpPr>
          <p:nvPr>
            <p:ph type="body" idx="1"/>
          </p:nvPr>
        </p:nvSpPr>
        <p:spPr>
          <a:xfrm>
            <a:off x="838200" y="365125"/>
            <a:ext cx="7734300" cy="5811838"/>
          </a:xfrm>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Date Placeholder 3">
            <a:extLst>
              <a:ext uri="{FF2B5EF4-FFF2-40B4-BE49-F238E27FC236}">
                <a16:creationId xmlns:a16="http://schemas.microsoft.com/office/drawing/2014/main" id="{5112FCE3-81C6-4E37-9BA2-42B5B0A571E6}"/>
              </a:ext>
            </a:extLst>
          </p:cNvPr>
          <p:cNvSpPr>
            <a:spLocks noGrp="1"/>
          </p:cNvSpPr>
          <p:nvPr>
            <p:ph type="dt" idx="10"/>
          </p:nvPr>
        </p:nvSpPr>
        <p:spPr>
          <a:xfrm>
            <a:off x="838200" y="6356350"/>
            <a:ext cx="2743200" cy="365125"/>
          </a:xfrm>
          <a:prstGeom prst="rect">
            <a:avLst/>
          </a:prstGeom>
        </p:spPr>
        <p:txBody>
          <a:bodyPr/>
          <a:lstStyle/>
          <a:p>
            <a:endParaRPr/>
          </a:p>
        </p:txBody>
      </p:sp>
      <p:sp>
        <p:nvSpPr>
          <p:cNvPr id="5" name="Footer Placeholder 4">
            <a:extLst>
              <a:ext uri="{FF2B5EF4-FFF2-40B4-BE49-F238E27FC236}">
                <a16:creationId xmlns:a16="http://schemas.microsoft.com/office/drawing/2014/main" id="{25B77733-D09F-4DAD-A3F6-6DBE64DC746B}"/>
              </a:ext>
            </a:extLst>
          </p:cNvPr>
          <p:cNvSpPr>
            <a:spLocks noGrp="1"/>
          </p:cNvSpPr>
          <p:nvPr>
            <p:ph type="ftr" idx="11"/>
          </p:nvPr>
        </p:nvSpPr>
        <p:spPr>
          <a:xfrm>
            <a:off x="4038600" y="6356350"/>
            <a:ext cx="4114800" cy="365125"/>
          </a:xfrm>
          <a:prstGeom prst="rect">
            <a:avLst/>
          </a:prstGeom>
        </p:spPr>
        <p:txBody>
          <a:bodyPr/>
          <a:lstStyle/>
          <a:p>
            <a:endParaRPr/>
          </a:p>
        </p:txBody>
      </p:sp>
      <p:sp>
        <p:nvSpPr>
          <p:cNvPr id="6" name="Slide Number Placeholder 5">
            <a:extLst>
              <a:ext uri="{FF2B5EF4-FFF2-40B4-BE49-F238E27FC236}">
                <a16:creationId xmlns:a16="http://schemas.microsoft.com/office/drawing/2014/main" id="{8EBA38B3-1213-4C94-BA12-1B6109FA4800}"/>
              </a:ext>
            </a:extLst>
          </p:cNvPr>
          <p:cNvSpPr>
            <a:spLocks noGrp="1"/>
          </p:cNvSpPr>
          <p:nvPr>
            <p:ph type="sldNum" idx="12"/>
          </p:nvPr>
        </p:nvSpPr>
        <p:spPr>
          <a:xfrm>
            <a:off x="8610600" y="6356350"/>
            <a:ext cx="2743200" cy="365125"/>
          </a:xfrm>
          <a:prstGeom prst="rect">
            <a:avLst/>
          </a:prstGeom>
        </p:spPr>
        <p:txBody>
          <a:bodyPr/>
          <a:lstStyle/>
          <a:p>
            <a:fld id="{48F63A3B-78C7-47BE-AE5E-E10140E04643}" type="slidenum">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正文">
    <p:spTree>
      <p:nvGrpSpPr>
        <p:cNvPr id="1" name=""/>
        <p:cNvGrpSpPr/>
        <p:nvPr/>
      </p:nvGrpSpPr>
      <p:grpSpPr>
        <a:xfrm>
          <a:off x="0" y="0"/>
          <a:ext cx="0" cy="0"/>
          <a:chOff x="0" y="0"/>
          <a:chExt cx="0" cy="0"/>
        </a:xfrm>
      </p:grpSpPr>
      <p:pic>
        <p:nvPicPr>
          <p:cNvPr id="2" name="Picture 3"/>
          <p:cNvPicPr>
            <a:picLocks noChangeAspect="1"/>
          </p:cNvPicPr>
          <p:nvPr/>
        </p:nvPicPr>
        <p:blipFill>
          <a:blip r:embed="rId2"/>
          <a:srcRect/>
          <a:stretch>
            <a:fillRect/>
          </a:stretch>
        </p:blipFill>
        <p:spPr>
          <a:xfrm>
            <a:off x="114301" y="6316664"/>
            <a:ext cx="1511300" cy="503237"/>
          </a:xfrm>
          <a:prstGeom prst="rect">
            <a:avLst/>
          </a:prstGeom>
          <a:ln>
            <a:noFill/>
          </a:ln>
        </p:spPr>
      </p:pic>
      <p:sp>
        <p:nvSpPr>
          <p:cNvPr id="8" name="文本占位符 2">
            <a:extLst>
              <a:ext uri="{FF2B5EF4-FFF2-40B4-BE49-F238E27FC236}">
                <a16:creationId xmlns:a16="http://schemas.microsoft.com/office/drawing/2014/main" id="{EACAFA3E-9F46-4AB1-99E6-EF17DE8072B6}"/>
              </a:ext>
            </a:extLst>
          </p:cNvPr>
          <p:cNvSpPr>
            <a:spLocks noGrp="1"/>
          </p:cNvSpPr>
          <p:nvPr>
            <p:ph idx="1"/>
          </p:nvPr>
        </p:nvSpPr>
        <p:spPr>
          <a:xfrm>
            <a:off x="838200" y="1224076"/>
            <a:ext cx="10515600" cy="5110521"/>
          </a:xfrm>
          <a:prstGeom prst="rect">
            <a:avLst/>
          </a:prstGeom>
        </p:spPr>
        <p:txBody>
          <a:bodyPr lIns="91440" tIns="45720" rIns="91440" bIns="45720">
            <a:normAutofit/>
          </a:bodyPr>
          <a:lstStyle>
            <a:lvl1pPr>
              <a:buNone/>
              <a:defRPr>
                <a:latin typeface="微软雅黑"/>
                <a:ea typeface="微软雅黑"/>
                <a:cs typeface="微软雅黑"/>
              </a:defRPr>
            </a:lvl1pPr>
            <a:lvl2pPr>
              <a:buNone/>
              <a:defRPr>
                <a:latin typeface="微软雅黑"/>
                <a:ea typeface="微软雅黑"/>
                <a:cs typeface="微软雅黑"/>
              </a:defRPr>
            </a:lvl2pPr>
            <a:lvl3pPr>
              <a:buNone/>
              <a:defRPr>
                <a:latin typeface="微软雅黑"/>
                <a:ea typeface="微软雅黑"/>
                <a:cs typeface="微软雅黑"/>
              </a:defRPr>
            </a:lvl3pPr>
            <a:lvl4pPr>
              <a:buNone/>
              <a:defRPr>
                <a:latin typeface="微软雅黑"/>
                <a:ea typeface="微软雅黑"/>
                <a:cs typeface="微软雅黑"/>
              </a:defRPr>
            </a:lvl4pPr>
            <a:lvl5pPr>
              <a:buNone/>
              <a:defRPr>
                <a:latin typeface="微软雅黑"/>
                <a:ea typeface="微软雅黑"/>
                <a:cs typeface="微软雅黑"/>
              </a:defRPr>
            </a:lvl5pPr>
          </a:lstStyle>
          <a:p>
            <a:pPr>
              <a:buNone/>
            </a:pPr>
            <a:r>
              <a:t>单击此处编辑母版文本样式</a:t>
            </a:r>
          </a:p>
          <a:p>
            <a:pPr>
              <a:buNone/>
            </a:pPr>
            <a:r>
              <a:t>第二级</a:t>
            </a:r>
          </a:p>
          <a:p>
            <a:pPr>
              <a:buNone/>
            </a:pPr>
            <a:r>
              <a:t>第三级</a:t>
            </a:r>
          </a:p>
          <a:p>
            <a:pPr>
              <a:buNone/>
            </a:pPr>
            <a:r>
              <a:t>第四级</a:t>
            </a:r>
          </a:p>
          <a:p>
            <a:pPr>
              <a:buNone/>
            </a:pPr>
            <a:r>
              <a:t>第五级</a:t>
            </a:r>
          </a:p>
        </p:txBody>
      </p:sp>
      <p:sp>
        <p:nvSpPr>
          <p:cNvPr id="13" name="标题占位符 1">
            <a:extLst>
              <a:ext uri="{FF2B5EF4-FFF2-40B4-BE49-F238E27FC236}">
                <a16:creationId xmlns:a16="http://schemas.microsoft.com/office/drawing/2014/main" id="{DA7340EF-807D-4FFF-88AB-D5F5F7DA5A1B}"/>
              </a:ext>
            </a:extLst>
          </p:cNvPr>
          <p:cNvSpPr>
            <a:spLocks noGrp="1"/>
          </p:cNvSpPr>
          <p:nvPr>
            <p:ph type="title"/>
          </p:nvPr>
        </p:nvSpPr>
        <p:spPr>
          <a:xfrm>
            <a:off x="272129" y="250836"/>
            <a:ext cx="10515600" cy="854073"/>
          </a:xfrm>
          <a:prstGeom prst="rect">
            <a:avLst/>
          </a:prstGeom>
        </p:spPr>
        <p:txBody>
          <a:bodyPr lIns="91440" tIns="45720" rIns="91440" bIns="45720" anchor="ctr">
            <a:normAutofit/>
          </a:bodyPr>
          <a:lstStyle>
            <a:lvl1pPr>
              <a:buNone/>
              <a:defRPr b="1">
                <a:latin typeface="微软雅黑"/>
                <a:ea typeface="微软雅黑"/>
                <a:cs typeface="微软雅黑"/>
              </a:defRPr>
            </a:lvl1pPr>
          </a:lstStyle>
          <a:p>
            <a:r>
              <a:t>单击此处编辑母版标题样式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9FCC4CD0-5361-4C8D-89C0-19D9CD416047}"/>
              </a:ext>
            </a:extLst>
          </p:cNvPr>
          <p:cNvSpPr>
            <a:spLocks noGrp="1"/>
          </p:cNvSpPr>
          <p:nvPr>
            <p:ph type="dt" idx="10"/>
          </p:nvPr>
        </p:nvSpPr>
        <p:spPr>
          <a:xfrm>
            <a:off x="838200" y="6356351"/>
            <a:ext cx="2743200" cy="365125"/>
          </a:xfrm>
          <a:prstGeom prst="rect">
            <a:avLst/>
          </a:prstGeom>
        </p:spPr>
        <p:txBody>
          <a:bodyPr lIns="121917" tIns="60958" rIns="121917" bIns="60958"/>
          <a:lstStyle>
            <a:lvl1pPr>
              <a:buNone/>
              <a:defRPr>
                <a:solidFill>
                  <a:srgbClr val="000000"/>
                </a:solidFill>
              </a:defRPr>
            </a:lvl1pPr>
          </a:lstStyle>
          <a:p>
            <a:pPr>
              <a:buNone/>
            </a:pPr>
            <a:endParaRPr/>
          </a:p>
        </p:txBody>
      </p:sp>
      <p:sp>
        <p:nvSpPr>
          <p:cNvPr id="3" name="Footer Placeholder 4">
            <a:extLst>
              <a:ext uri="{FF2B5EF4-FFF2-40B4-BE49-F238E27FC236}">
                <a16:creationId xmlns:a16="http://schemas.microsoft.com/office/drawing/2014/main" id="{27667171-D296-4DB0-A9B2-299F93803CD2}"/>
              </a:ext>
            </a:extLst>
          </p:cNvPr>
          <p:cNvSpPr>
            <a:spLocks noGrp="1"/>
          </p:cNvSpPr>
          <p:nvPr>
            <p:ph type="ftr" idx="11"/>
          </p:nvPr>
        </p:nvSpPr>
        <p:spPr>
          <a:xfrm>
            <a:off x="4038600" y="6356351"/>
            <a:ext cx="4114800" cy="365125"/>
          </a:xfrm>
          <a:prstGeom prst="rect">
            <a:avLst/>
          </a:prstGeom>
        </p:spPr>
        <p:txBody>
          <a:bodyPr lIns="121917" tIns="60958" rIns="121917" bIns="60958"/>
          <a:lstStyle>
            <a:lvl1pPr>
              <a:buNone/>
              <a:defRPr>
                <a:solidFill>
                  <a:srgbClr val="000000"/>
                </a:solidFill>
              </a:defRPr>
            </a:lvl1pPr>
          </a:lstStyle>
          <a:p>
            <a:pPr>
              <a:buNone/>
            </a:pPr>
            <a:endParaRPr/>
          </a:p>
        </p:txBody>
      </p:sp>
      <p:sp>
        <p:nvSpPr>
          <p:cNvPr id="4" name="Slide Number Placeholder 5">
            <a:extLst>
              <a:ext uri="{FF2B5EF4-FFF2-40B4-BE49-F238E27FC236}">
                <a16:creationId xmlns:a16="http://schemas.microsoft.com/office/drawing/2014/main" id="{4788B5B3-7A39-4EE6-B076-4F5A692601D3}"/>
              </a:ext>
            </a:extLst>
          </p:cNvPr>
          <p:cNvSpPr>
            <a:spLocks noGrp="1"/>
          </p:cNvSpPr>
          <p:nvPr>
            <p:ph type="sldNum" idx="12"/>
          </p:nvPr>
        </p:nvSpPr>
        <p:spPr>
          <a:xfrm>
            <a:off x="8610600" y="6356351"/>
            <a:ext cx="2743200" cy="365125"/>
          </a:xfrm>
          <a:prstGeom prst="rect">
            <a:avLst/>
          </a:prstGeom>
        </p:spPr>
        <p:txBody>
          <a:bodyPr vert="horz" wrap="square" lIns="121917" tIns="60958" rIns="121917" bIns="60958" anchor="t"/>
          <a:lstStyle>
            <a:lvl1pPr>
              <a:buNone/>
              <a:defRPr>
                <a:solidFill>
                  <a:srgbClr val="000000"/>
                </a:solidFill>
              </a:defRPr>
            </a:lvl1pPr>
          </a:lstStyle>
          <a:p>
            <a:fld id="{835BA645-9EE7-2E49-8ACE-F98E28FCB655}" type="slidenum">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568F4-EA52-402D-A7BF-103C3930EB4E}"/>
              </a:ext>
            </a:extLst>
          </p:cNvPr>
          <p:cNvSpPr>
            <a:spLocks noGrp="1"/>
          </p:cNvSpPr>
          <p:nvPr>
            <p:ph type="ctrTitle"/>
          </p:nvPr>
        </p:nvSpPr>
        <p:spPr>
          <a:xfrm>
            <a:off x="1524000" y="1122363"/>
            <a:ext cx="9144000" cy="2387600"/>
          </a:xfrm>
        </p:spPr>
        <p:txBody>
          <a:bodyPr anchor="b"/>
          <a:lstStyle>
            <a:lvl1pPr algn="ctr">
              <a:buNone/>
              <a:defRPr sz="6000"/>
            </a:lvl1pPr>
          </a:lstStyle>
          <a:p>
            <a:r>
              <a:t>单击此处编辑母版标题样式</a:t>
            </a:r>
          </a:p>
        </p:txBody>
      </p:sp>
      <p:sp>
        <p:nvSpPr>
          <p:cNvPr id="3" name="Subtitle 2">
            <a:extLst>
              <a:ext uri="{FF2B5EF4-FFF2-40B4-BE49-F238E27FC236}">
                <a16:creationId xmlns:a16="http://schemas.microsoft.com/office/drawing/2014/main" id="{03891701-BC83-4F54-BB00-BE0350613D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68A33-2451-4170-8767-E3379FEB97F9}"/>
              </a:ext>
            </a:extLst>
          </p:cNvPr>
          <p:cNvSpPr>
            <a:spLocks noGrp="1"/>
          </p:cNvSpPr>
          <p:nvPr>
            <p:ph type="title"/>
          </p:nvPr>
        </p:nvSpPr>
        <p:spPr/>
        <p:txBody>
          <a:bodyPr/>
          <a:lstStyle/>
          <a:p>
            <a:r>
              <a:t>单击此处编辑母版标题样式</a:t>
            </a:r>
          </a:p>
        </p:txBody>
      </p:sp>
      <p:sp>
        <p:nvSpPr>
          <p:cNvPr id="3" name="Content Placeholder 2">
            <a:extLst>
              <a:ext uri="{FF2B5EF4-FFF2-40B4-BE49-F238E27FC236}">
                <a16:creationId xmlns:a16="http://schemas.microsoft.com/office/drawing/2014/main" id="{E19C6244-7AA8-497F-985C-C8884F504DC3}"/>
              </a:ext>
            </a:extLst>
          </p:cNvPr>
          <p:cNvSpPr>
            <a:spLocks noGrp="1"/>
          </p:cNvSpPr>
          <p:nvPr>
            <p:ph idx="1"/>
          </p:nvPr>
        </p:nvSpPr>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Date Placeholder 3">
            <a:extLst>
              <a:ext uri="{FF2B5EF4-FFF2-40B4-BE49-F238E27FC236}">
                <a16:creationId xmlns:a16="http://schemas.microsoft.com/office/drawing/2014/main" id="{9E380A44-4F34-48EE-A7BE-ED3FE207F31F}"/>
              </a:ext>
            </a:extLst>
          </p:cNvPr>
          <p:cNvSpPr>
            <a:spLocks noGrp="1"/>
          </p:cNvSpPr>
          <p:nvPr>
            <p:ph type="dt" idx="10"/>
          </p:nvPr>
        </p:nvSpPr>
        <p:spPr>
          <a:xfrm>
            <a:off x="838200" y="6356350"/>
            <a:ext cx="2743200" cy="365125"/>
          </a:xfrm>
          <a:prstGeom prst="rect">
            <a:avLst/>
          </a:prstGeom>
        </p:spPr>
        <p:txBody>
          <a:bodyPr/>
          <a:lstStyle/>
          <a:p>
            <a:endParaRPr/>
          </a:p>
        </p:txBody>
      </p:sp>
      <p:sp>
        <p:nvSpPr>
          <p:cNvPr id="5" name="Footer Placeholder 4">
            <a:extLst>
              <a:ext uri="{FF2B5EF4-FFF2-40B4-BE49-F238E27FC236}">
                <a16:creationId xmlns:a16="http://schemas.microsoft.com/office/drawing/2014/main" id="{14C826BF-822C-4344-A1D9-1E8B225F4D17}"/>
              </a:ext>
            </a:extLst>
          </p:cNvPr>
          <p:cNvSpPr>
            <a:spLocks noGrp="1"/>
          </p:cNvSpPr>
          <p:nvPr>
            <p:ph type="ftr" idx="11"/>
          </p:nvPr>
        </p:nvSpPr>
        <p:spPr>
          <a:xfrm>
            <a:off x="4038600" y="6356350"/>
            <a:ext cx="4114800" cy="365125"/>
          </a:xfrm>
          <a:prstGeom prst="rect">
            <a:avLst/>
          </a:prstGeom>
        </p:spPr>
        <p:txBody>
          <a:bodyPr/>
          <a:lstStyle/>
          <a:p>
            <a:endParaRPr/>
          </a:p>
        </p:txBody>
      </p:sp>
      <p:sp>
        <p:nvSpPr>
          <p:cNvPr id="6" name="Slide Number Placeholder 5">
            <a:extLst>
              <a:ext uri="{FF2B5EF4-FFF2-40B4-BE49-F238E27FC236}">
                <a16:creationId xmlns:a16="http://schemas.microsoft.com/office/drawing/2014/main" id="{D5AF5AB1-354F-423A-92C4-FF6946485BA9}"/>
              </a:ext>
            </a:extLst>
          </p:cNvPr>
          <p:cNvSpPr>
            <a:spLocks noGrp="1"/>
          </p:cNvSpPr>
          <p:nvPr>
            <p:ph type="sldNum" idx="12"/>
          </p:nvPr>
        </p:nvSpPr>
        <p:spPr>
          <a:xfrm>
            <a:off x="8610600" y="6356350"/>
            <a:ext cx="2743200" cy="365125"/>
          </a:xfrm>
          <a:prstGeom prst="rect">
            <a:avLst/>
          </a:prstGeom>
        </p:spPr>
        <p:txBody>
          <a:bodyPr/>
          <a:lstStyle/>
          <a:p>
            <a:fld id="{48F63A3B-78C7-47BE-AE5E-E10140E04643}" type="slidenum">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C069B-FFFE-4F15-A03E-2B2823F99B24}"/>
              </a:ext>
            </a:extLst>
          </p:cNvPr>
          <p:cNvSpPr>
            <a:spLocks noGrp="1"/>
          </p:cNvSpPr>
          <p:nvPr>
            <p:ph type="title"/>
          </p:nvPr>
        </p:nvSpPr>
        <p:spPr>
          <a:xfrm>
            <a:off x="831850" y="1709738"/>
            <a:ext cx="10515600" cy="2852737"/>
          </a:xfrm>
        </p:spPr>
        <p:txBody>
          <a:bodyPr anchor="b"/>
          <a:lstStyle>
            <a:lvl1pPr>
              <a:buNone/>
              <a:defRPr sz="6000"/>
            </a:lvl1pPr>
          </a:lstStyle>
          <a:p>
            <a:r>
              <a:t>单击此处编辑母版标题样式</a:t>
            </a:r>
          </a:p>
        </p:txBody>
      </p:sp>
      <p:sp>
        <p:nvSpPr>
          <p:cNvPr id="3" name="Text Placeholder 2">
            <a:extLst>
              <a:ext uri="{FF2B5EF4-FFF2-40B4-BE49-F238E27FC236}">
                <a16:creationId xmlns:a16="http://schemas.microsoft.com/office/drawing/2014/main" id="{4299C20B-054A-414B-B20F-6C7C968F48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buNone/>
            </a:pPr>
            <a:r>
              <a:t>单击此处编辑母版文本样式</a:t>
            </a:r>
          </a:p>
        </p:txBody>
      </p:sp>
      <p:sp>
        <p:nvSpPr>
          <p:cNvPr id="4" name="Date Placeholder 3">
            <a:extLst>
              <a:ext uri="{FF2B5EF4-FFF2-40B4-BE49-F238E27FC236}">
                <a16:creationId xmlns:a16="http://schemas.microsoft.com/office/drawing/2014/main" id="{C86C5198-1B2D-4FAC-82FF-D9C0B6A0A0E7}"/>
              </a:ext>
            </a:extLst>
          </p:cNvPr>
          <p:cNvSpPr>
            <a:spLocks noGrp="1"/>
          </p:cNvSpPr>
          <p:nvPr>
            <p:ph type="dt" idx="10"/>
          </p:nvPr>
        </p:nvSpPr>
        <p:spPr>
          <a:xfrm>
            <a:off x="838200" y="6356350"/>
            <a:ext cx="2743200" cy="365125"/>
          </a:xfrm>
          <a:prstGeom prst="rect">
            <a:avLst/>
          </a:prstGeom>
        </p:spPr>
        <p:txBody>
          <a:bodyPr/>
          <a:lstStyle/>
          <a:p>
            <a:endParaRPr/>
          </a:p>
        </p:txBody>
      </p:sp>
      <p:sp>
        <p:nvSpPr>
          <p:cNvPr id="5" name="Footer Placeholder 4">
            <a:extLst>
              <a:ext uri="{FF2B5EF4-FFF2-40B4-BE49-F238E27FC236}">
                <a16:creationId xmlns:a16="http://schemas.microsoft.com/office/drawing/2014/main" id="{42ECFA0B-B303-4737-8EFE-29D77B7C3D4E}"/>
              </a:ext>
            </a:extLst>
          </p:cNvPr>
          <p:cNvSpPr>
            <a:spLocks noGrp="1"/>
          </p:cNvSpPr>
          <p:nvPr>
            <p:ph type="ftr" idx="11"/>
          </p:nvPr>
        </p:nvSpPr>
        <p:spPr>
          <a:xfrm>
            <a:off x="4038600" y="6356350"/>
            <a:ext cx="4114800" cy="365125"/>
          </a:xfrm>
          <a:prstGeom prst="rect">
            <a:avLst/>
          </a:prstGeom>
        </p:spPr>
        <p:txBody>
          <a:bodyPr/>
          <a:lstStyle/>
          <a:p>
            <a:endParaRPr/>
          </a:p>
        </p:txBody>
      </p:sp>
      <p:sp>
        <p:nvSpPr>
          <p:cNvPr id="6" name="Slide Number Placeholder 5">
            <a:extLst>
              <a:ext uri="{FF2B5EF4-FFF2-40B4-BE49-F238E27FC236}">
                <a16:creationId xmlns:a16="http://schemas.microsoft.com/office/drawing/2014/main" id="{9F696AEF-631D-4484-8C5B-549F001FC4E5}"/>
              </a:ext>
            </a:extLst>
          </p:cNvPr>
          <p:cNvSpPr>
            <a:spLocks noGrp="1"/>
          </p:cNvSpPr>
          <p:nvPr>
            <p:ph type="sldNum" idx="12"/>
          </p:nvPr>
        </p:nvSpPr>
        <p:spPr>
          <a:xfrm>
            <a:off x="8610600" y="6356350"/>
            <a:ext cx="2743200" cy="365125"/>
          </a:xfrm>
          <a:prstGeom prst="rect">
            <a:avLst/>
          </a:prstGeom>
        </p:spPr>
        <p:txBody>
          <a:bodyPr/>
          <a:lstStyle/>
          <a:p>
            <a:fld id="{48F63A3B-78C7-47BE-AE5E-E10140E04643}" type="slidenum">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FBDF5-F303-4C10-9807-41B32B246B37}"/>
              </a:ext>
            </a:extLst>
          </p:cNvPr>
          <p:cNvSpPr>
            <a:spLocks noGrp="1"/>
          </p:cNvSpPr>
          <p:nvPr>
            <p:ph type="title"/>
          </p:nvPr>
        </p:nvSpPr>
        <p:spPr/>
        <p:txBody>
          <a:bodyPr/>
          <a:lstStyle/>
          <a:p>
            <a:r>
              <a:t>单击此处编辑母版标题样式</a:t>
            </a:r>
          </a:p>
        </p:txBody>
      </p:sp>
      <p:sp>
        <p:nvSpPr>
          <p:cNvPr id="3" name="Content Placeholder 2">
            <a:extLst>
              <a:ext uri="{FF2B5EF4-FFF2-40B4-BE49-F238E27FC236}">
                <a16:creationId xmlns:a16="http://schemas.microsoft.com/office/drawing/2014/main" id="{DE94A80D-36C6-468C-B560-F64AFB9BA3CF}"/>
              </a:ext>
            </a:extLst>
          </p:cNvPr>
          <p:cNvSpPr>
            <a:spLocks noGrp="1"/>
          </p:cNvSpPr>
          <p:nvPr>
            <p:ph idx="1"/>
          </p:nvPr>
        </p:nvSpPr>
        <p:spPr>
          <a:xfrm>
            <a:off x="838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Content Placeholder 3">
            <a:extLst>
              <a:ext uri="{FF2B5EF4-FFF2-40B4-BE49-F238E27FC236}">
                <a16:creationId xmlns:a16="http://schemas.microsoft.com/office/drawing/2014/main" id="{C4500D95-F78D-491A-9CF8-EAD958213634}"/>
              </a:ext>
            </a:extLst>
          </p:cNvPr>
          <p:cNvSpPr>
            <a:spLocks noGrp="1"/>
          </p:cNvSpPr>
          <p:nvPr>
            <p:ph idx="2"/>
          </p:nvPr>
        </p:nvSpPr>
        <p:spPr>
          <a:xfrm>
            <a:off x="6172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5" name="Date Placeholder 4">
            <a:extLst>
              <a:ext uri="{FF2B5EF4-FFF2-40B4-BE49-F238E27FC236}">
                <a16:creationId xmlns:a16="http://schemas.microsoft.com/office/drawing/2014/main" id="{2DF87D66-B379-4935-866B-687CE3416BE4}"/>
              </a:ext>
            </a:extLst>
          </p:cNvPr>
          <p:cNvSpPr>
            <a:spLocks noGrp="1"/>
          </p:cNvSpPr>
          <p:nvPr>
            <p:ph type="dt" idx="10"/>
          </p:nvPr>
        </p:nvSpPr>
        <p:spPr>
          <a:xfrm>
            <a:off x="838200" y="6356350"/>
            <a:ext cx="2743200" cy="365125"/>
          </a:xfrm>
          <a:prstGeom prst="rect">
            <a:avLst/>
          </a:prstGeom>
        </p:spPr>
        <p:txBody>
          <a:bodyPr/>
          <a:lstStyle/>
          <a:p>
            <a:endParaRPr/>
          </a:p>
        </p:txBody>
      </p:sp>
      <p:sp>
        <p:nvSpPr>
          <p:cNvPr id="6" name="Footer Placeholder 5">
            <a:extLst>
              <a:ext uri="{FF2B5EF4-FFF2-40B4-BE49-F238E27FC236}">
                <a16:creationId xmlns:a16="http://schemas.microsoft.com/office/drawing/2014/main" id="{0DD2FBB6-F815-476B-9A7A-3510A4D0F1A9}"/>
              </a:ext>
            </a:extLst>
          </p:cNvPr>
          <p:cNvSpPr>
            <a:spLocks noGrp="1"/>
          </p:cNvSpPr>
          <p:nvPr>
            <p:ph type="ftr" idx="11"/>
          </p:nvPr>
        </p:nvSpPr>
        <p:spPr>
          <a:xfrm>
            <a:off x="4038600" y="6356350"/>
            <a:ext cx="4114800" cy="365125"/>
          </a:xfrm>
          <a:prstGeom prst="rect">
            <a:avLst/>
          </a:prstGeom>
        </p:spPr>
        <p:txBody>
          <a:bodyPr/>
          <a:lstStyle/>
          <a:p>
            <a:endParaRPr/>
          </a:p>
        </p:txBody>
      </p:sp>
      <p:sp>
        <p:nvSpPr>
          <p:cNvPr id="7" name="Slide Number Placeholder 6">
            <a:extLst>
              <a:ext uri="{FF2B5EF4-FFF2-40B4-BE49-F238E27FC236}">
                <a16:creationId xmlns:a16="http://schemas.microsoft.com/office/drawing/2014/main" id="{4CA6A36E-8E84-4D97-BEC8-E4509CF7D798}"/>
              </a:ext>
            </a:extLst>
          </p:cNvPr>
          <p:cNvSpPr>
            <a:spLocks noGrp="1"/>
          </p:cNvSpPr>
          <p:nvPr>
            <p:ph type="sldNum" idx="12"/>
          </p:nvPr>
        </p:nvSpPr>
        <p:spPr>
          <a:xfrm>
            <a:off x="8610600" y="6356350"/>
            <a:ext cx="2743200" cy="365125"/>
          </a:xfrm>
          <a:prstGeom prst="rect">
            <a:avLst/>
          </a:prstGeom>
        </p:spPr>
        <p:txBody>
          <a:bodyPr/>
          <a:lstStyle/>
          <a:p>
            <a:fld id="{48F63A3B-78C7-47BE-AE5E-E10140E04643}" type="slidenum">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0215A-16D2-4E60-9B5E-634371A1BE1A}"/>
              </a:ext>
            </a:extLst>
          </p:cNvPr>
          <p:cNvSpPr>
            <a:spLocks noGrp="1"/>
          </p:cNvSpPr>
          <p:nvPr>
            <p:ph type="title"/>
          </p:nvPr>
        </p:nvSpPr>
        <p:spPr>
          <a:xfrm>
            <a:off x="839788" y="365125"/>
            <a:ext cx="10515600" cy="1325563"/>
          </a:xfrm>
        </p:spPr>
        <p:txBody>
          <a:bodyPr/>
          <a:lstStyle/>
          <a:p>
            <a:r>
              <a:t>单击此处编辑母版标题样式</a:t>
            </a:r>
          </a:p>
        </p:txBody>
      </p:sp>
      <p:sp>
        <p:nvSpPr>
          <p:cNvPr id="3" name="Text Placeholder 2">
            <a:extLst>
              <a:ext uri="{FF2B5EF4-FFF2-40B4-BE49-F238E27FC236}">
                <a16:creationId xmlns:a16="http://schemas.microsoft.com/office/drawing/2014/main" id="{2F440227-4A05-48EE-BD6A-F9D51CBDA0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单击此处编辑母版文本样式</a:t>
            </a:r>
          </a:p>
        </p:txBody>
      </p:sp>
      <p:sp>
        <p:nvSpPr>
          <p:cNvPr id="4" name="Content Placeholder 3">
            <a:extLst>
              <a:ext uri="{FF2B5EF4-FFF2-40B4-BE49-F238E27FC236}">
                <a16:creationId xmlns:a16="http://schemas.microsoft.com/office/drawing/2014/main" id="{C74F4DF2-3A75-40C7-B80C-BC5EFD7330F4}"/>
              </a:ext>
            </a:extLst>
          </p:cNvPr>
          <p:cNvSpPr>
            <a:spLocks noGrp="1"/>
          </p:cNvSpPr>
          <p:nvPr>
            <p:ph idx="2"/>
          </p:nvPr>
        </p:nvSpPr>
        <p:spPr>
          <a:xfrm>
            <a:off x="839788" y="2505075"/>
            <a:ext cx="5157787"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5" name="Text Placeholder 4">
            <a:extLst>
              <a:ext uri="{FF2B5EF4-FFF2-40B4-BE49-F238E27FC236}">
                <a16:creationId xmlns:a16="http://schemas.microsoft.com/office/drawing/2014/main" id="{04CDAF75-0A35-4755-BD64-F8F537D1172F}"/>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单击此处编辑母版文本样式</a:t>
            </a:r>
          </a:p>
        </p:txBody>
      </p:sp>
      <p:sp>
        <p:nvSpPr>
          <p:cNvPr id="6" name="Content Placeholder 5">
            <a:extLst>
              <a:ext uri="{FF2B5EF4-FFF2-40B4-BE49-F238E27FC236}">
                <a16:creationId xmlns:a16="http://schemas.microsoft.com/office/drawing/2014/main" id="{22DCAEA6-9A22-4201-9B25-27CB6739FE28}"/>
              </a:ext>
            </a:extLst>
          </p:cNvPr>
          <p:cNvSpPr>
            <a:spLocks noGrp="1"/>
          </p:cNvSpPr>
          <p:nvPr>
            <p:ph idx="4"/>
          </p:nvPr>
        </p:nvSpPr>
        <p:spPr>
          <a:xfrm>
            <a:off x="6172200" y="2505075"/>
            <a:ext cx="5183188"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7" name="Date Placeholder 6">
            <a:extLst>
              <a:ext uri="{FF2B5EF4-FFF2-40B4-BE49-F238E27FC236}">
                <a16:creationId xmlns:a16="http://schemas.microsoft.com/office/drawing/2014/main" id="{497441B6-DEF1-4260-AA77-D960BEE55FB6}"/>
              </a:ext>
            </a:extLst>
          </p:cNvPr>
          <p:cNvSpPr>
            <a:spLocks noGrp="1"/>
          </p:cNvSpPr>
          <p:nvPr>
            <p:ph type="dt" idx="10"/>
          </p:nvPr>
        </p:nvSpPr>
        <p:spPr>
          <a:xfrm>
            <a:off x="838200" y="6356350"/>
            <a:ext cx="2743200" cy="365125"/>
          </a:xfrm>
          <a:prstGeom prst="rect">
            <a:avLst/>
          </a:prstGeom>
        </p:spPr>
        <p:txBody>
          <a:bodyPr/>
          <a:lstStyle/>
          <a:p>
            <a:endParaRPr/>
          </a:p>
        </p:txBody>
      </p:sp>
      <p:sp>
        <p:nvSpPr>
          <p:cNvPr id="8" name="Footer Placeholder 7">
            <a:extLst>
              <a:ext uri="{FF2B5EF4-FFF2-40B4-BE49-F238E27FC236}">
                <a16:creationId xmlns:a16="http://schemas.microsoft.com/office/drawing/2014/main" id="{9F0007C1-D3C4-417D-BDB8-640628B3A421}"/>
              </a:ext>
            </a:extLst>
          </p:cNvPr>
          <p:cNvSpPr>
            <a:spLocks noGrp="1"/>
          </p:cNvSpPr>
          <p:nvPr>
            <p:ph type="ftr" idx="11"/>
          </p:nvPr>
        </p:nvSpPr>
        <p:spPr>
          <a:xfrm>
            <a:off x="4038600" y="6356350"/>
            <a:ext cx="4114800" cy="365125"/>
          </a:xfrm>
          <a:prstGeom prst="rect">
            <a:avLst/>
          </a:prstGeom>
        </p:spPr>
        <p:txBody>
          <a:bodyPr/>
          <a:lstStyle/>
          <a:p>
            <a:endParaRPr/>
          </a:p>
        </p:txBody>
      </p:sp>
      <p:sp>
        <p:nvSpPr>
          <p:cNvPr id="9" name="Slide Number Placeholder 8">
            <a:extLst>
              <a:ext uri="{FF2B5EF4-FFF2-40B4-BE49-F238E27FC236}">
                <a16:creationId xmlns:a16="http://schemas.microsoft.com/office/drawing/2014/main" id="{0E1A1B4F-350C-473A-93DC-EFCD2BDE7F3A}"/>
              </a:ext>
            </a:extLst>
          </p:cNvPr>
          <p:cNvSpPr>
            <a:spLocks noGrp="1"/>
          </p:cNvSpPr>
          <p:nvPr>
            <p:ph type="sldNum" idx="12"/>
          </p:nvPr>
        </p:nvSpPr>
        <p:spPr>
          <a:xfrm>
            <a:off x="8610600" y="6356350"/>
            <a:ext cx="2743200" cy="365125"/>
          </a:xfrm>
          <a:prstGeom prst="rect">
            <a:avLst/>
          </a:prstGeom>
        </p:spPr>
        <p:txBody>
          <a:bodyPr/>
          <a:lstStyle/>
          <a:p>
            <a:fld id="{48F63A3B-78C7-47BE-AE5E-E10140E04643}" type="slidenum">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ED4EA-3771-4920-A15A-016AA5CDE7D8}"/>
              </a:ext>
            </a:extLst>
          </p:cNvPr>
          <p:cNvSpPr>
            <a:spLocks noGrp="1"/>
          </p:cNvSpPr>
          <p:nvPr>
            <p:ph type="title"/>
          </p:nvPr>
        </p:nvSpPr>
        <p:spPr/>
        <p:txBody>
          <a:bodyPr/>
          <a:lstStyle/>
          <a:p>
            <a:r>
              <a:t>单击此处编辑母版标题样式</a:t>
            </a:r>
          </a:p>
        </p:txBody>
      </p:sp>
      <p:sp>
        <p:nvSpPr>
          <p:cNvPr id="3" name="Date Placeholder 2">
            <a:extLst>
              <a:ext uri="{FF2B5EF4-FFF2-40B4-BE49-F238E27FC236}">
                <a16:creationId xmlns:a16="http://schemas.microsoft.com/office/drawing/2014/main" id="{959CAAC9-F6BB-4E86-B614-3372F67D2A0B}"/>
              </a:ext>
            </a:extLst>
          </p:cNvPr>
          <p:cNvSpPr>
            <a:spLocks noGrp="1"/>
          </p:cNvSpPr>
          <p:nvPr>
            <p:ph type="dt" idx="10"/>
          </p:nvPr>
        </p:nvSpPr>
        <p:spPr>
          <a:xfrm>
            <a:off x="838200" y="6356350"/>
            <a:ext cx="2743200" cy="365125"/>
          </a:xfrm>
          <a:prstGeom prst="rect">
            <a:avLst/>
          </a:prstGeom>
        </p:spPr>
        <p:txBody>
          <a:bodyPr/>
          <a:lstStyle/>
          <a:p>
            <a:endParaRPr/>
          </a:p>
        </p:txBody>
      </p:sp>
      <p:sp>
        <p:nvSpPr>
          <p:cNvPr id="4" name="Footer Placeholder 3">
            <a:extLst>
              <a:ext uri="{FF2B5EF4-FFF2-40B4-BE49-F238E27FC236}">
                <a16:creationId xmlns:a16="http://schemas.microsoft.com/office/drawing/2014/main" id="{283CD710-9BDE-4AF6-9033-E273A71DBEF8}"/>
              </a:ext>
            </a:extLst>
          </p:cNvPr>
          <p:cNvSpPr>
            <a:spLocks noGrp="1"/>
          </p:cNvSpPr>
          <p:nvPr>
            <p:ph type="ftr" idx="11"/>
          </p:nvPr>
        </p:nvSpPr>
        <p:spPr>
          <a:xfrm>
            <a:off x="4038600" y="6356350"/>
            <a:ext cx="4114800" cy="365125"/>
          </a:xfrm>
          <a:prstGeom prst="rect">
            <a:avLst/>
          </a:prstGeom>
        </p:spPr>
        <p:txBody>
          <a:bodyPr/>
          <a:lstStyle/>
          <a:p>
            <a:endParaRPr/>
          </a:p>
        </p:txBody>
      </p:sp>
      <p:sp>
        <p:nvSpPr>
          <p:cNvPr id="5" name="Slide Number Placeholder 4">
            <a:extLst>
              <a:ext uri="{FF2B5EF4-FFF2-40B4-BE49-F238E27FC236}">
                <a16:creationId xmlns:a16="http://schemas.microsoft.com/office/drawing/2014/main" id="{FC85213C-B32D-433F-AD42-9BD3ADEDBEEF}"/>
              </a:ext>
            </a:extLst>
          </p:cNvPr>
          <p:cNvSpPr>
            <a:spLocks noGrp="1"/>
          </p:cNvSpPr>
          <p:nvPr>
            <p:ph type="sldNum" idx="12"/>
          </p:nvPr>
        </p:nvSpPr>
        <p:spPr>
          <a:xfrm>
            <a:off x="8610600" y="6356350"/>
            <a:ext cx="2743200" cy="365125"/>
          </a:xfrm>
          <a:prstGeom prst="rect">
            <a:avLst/>
          </a:prstGeom>
        </p:spPr>
        <p:txBody>
          <a:bodyPr/>
          <a:lstStyle/>
          <a:p>
            <a:fld id="{48F63A3B-78C7-47BE-AE5E-E10140E04643}" type="slidenum">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91F895-1516-44B5-A583-E4CE823849AC}"/>
              </a:ext>
            </a:extLst>
          </p:cNvPr>
          <p:cNvSpPr>
            <a:spLocks noGrp="1"/>
          </p:cNvSpPr>
          <p:nvPr>
            <p:ph type="dt" idx="10"/>
          </p:nvPr>
        </p:nvSpPr>
        <p:spPr>
          <a:xfrm>
            <a:off x="838200" y="6356350"/>
            <a:ext cx="2743200" cy="365125"/>
          </a:xfrm>
          <a:prstGeom prst="rect">
            <a:avLst/>
          </a:prstGeom>
        </p:spPr>
        <p:txBody>
          <a:bodyPr/>
          <a:lstStyle/>
          <a:p>
            <a:endParaRPr/>
          </a:p>
        </p:txBody>
      </p:sp>
      <p:sp>
        <p:nvSpPr>
          <p:cNvPr id="3" name="Footer Placeholder 2">
            <a:extLst>
              <a:ext uri="{FF2B5EF4-FFF2-40B4-BE49-F238E27FC236}">
                <a16:creationId xmlns:a16="http://schemas.microsoft.com/office/drawing/2014/main" id="{B79F57B3-DBBD-446E-A79D-CA301FA863D4}"/>
              </a:ext>
            </a:extLst>
          </p:cNvPr>
          <p:cNvSpPr>
            <a:spLocks noGrp="1"/>
          </p:cNvSpPr>
          <p:nvPr>
            <p:ph type="ftr" idx="11"/>
          </p:nvPr>
        </p:nvSpPr>
        <p:spPr>
          <a:xfrm>
            <a:off x="4038600" y="6356350"/>
            <a:ext cx="4114800" cy="365125"/>
          </a:xfrm>
          <a:prstGeom prst="rect">
            <a:avLst/>
          </a:prstGeom>
        </p:spPr>
        <p:txBody>
          <a:bodyPr/>
          <a:lstStyle/>
          <a:p>
            <a:endParaRPr/>
          </a:p>
        </p:txBody>
      </p:sp>
      <p:sp>
        <p:nvSpPr>
          <p:cNvPr id="4" name="Slide Number Placeholder 3">
            <a:extLst>
              <a:ext uri="{FF2B5EF4-FFF2-40B4-BE49-F238E27FC236}">
                <a16:creationId xmlns:a16="http://schemas.microsoft.com/office/drawing/2014/main" id="{2B63806E-B1D0-4271-ACE9-5D8E0BFCB36D}"/>
              </a:ext>
            </a:extLst>
          </p:cNvPr>
          <p:cNvSpPr>
            <a:spLocks noGrp="1"/>
          </p:cNvSpPr>
          <p:nvPr>
            <p:ph type="sldNum" idx="12"/>
          </p:nvPr>
        </p:nvSpPr>
        <p:spPr>
          <a:xfrm>
            <a:off x="8610600" y="6356350"/>
            <a:ext cx="2743200" cy="365125"/>
          </a:xfrm>
          <a:prstGeom prst="rect">
            <a:avLst/>
          </a:prstGeom>
        </p:spPr>
        <p:txBody>
          <a:bodyPr/>
          <a:lstStyle/>
          <a:p>
            <a:fld id="{90DB14F0-47FE-4937-9DB0-2B15A813C1B0}" type="slidenum">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49C9D-75F7-4852-885F-DD96BBEBB782}"/>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Content Placeholder 2">
            <a:extLst>
              <a:ext uri="{FF2B5EF4-FFF2-40B4-BE49-F238E27FC236}">
                <a16:creationId xmlns:a16="http://schemas.microsoft.com/office/drawing/2014/main" id="{9092D9F5-3C29-42F2-AC16-558FBBD1588C}"/>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Text Placeholder 3">
            <a:extLst>
              <a:ext uri="{FF2B5EF4-FFF2-40B4-BE49-F238E27FC236}">
                <a16:creationId xmlns:a16="http://schemas.microsoft.com/office/drawing/2014/main" id="{DFD0B815-FB41-4272-AE8D-513A95A4BA1E}"/>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单击此处编辑母版文本样式</a:t>
            </a:r>
          </a:p>
        </p:txBody>
      </p:sp>
      <p:sp>
        <p:nvSpPr>
          <p:cNvPr id="5" name="Date Placeholder 4">
            <a:extLst>
              <a:ext uri="{FF2B5EF4-FFF2-40B4-BE49-F238E27FC236}">
                <a16:creationId xmlns:a16="http://schemas.microsoft.com/office/drawing/2014/main" id="{1EB025CF-A529-45C4-B019-159B2FE7DE3F}"/>
              </a:ext>
            </a:extLst>
          </p:cNvPr>
          <p:cNvSpPr>
            <a:spLocks noGrp="1"/>
          </p:cNvSpPr>
          <p:nvPr>
            <p:ph type="dt" idx="10"/>
          </p:nvPr>
        </p:nvSpPr>
        <p:spPr>
          <a:xfrm>
            <a:off x="838200" y="6356350"/>
            <a:ext cx="2743200" cy="365125"/>
          </a:xfrm>
          <a:prstGeom prst="rect">
            <a:avLst/>
          </a:prstGeom>
        </p:spPr>
        <p:txBody>
          <a:bodyPr/>
          <a:lstStyle/>
          <a:p>
            <a:endParaRPr/>
          </a:p>
        </p:txBody>
      </p:sp>
      <p:sp>
        <p:nvSpPr>
          <p:cNvPr id="6" name="Footer Placeholder 5">
            <a:extLst>
              <a:ext uri="{FF2B5EF4-FFF2-40B4-BE49-F238E27FC236}">
                <a16:creationId xmlns:a16="http://schemas.microsoft.com/office/drawing/2014/main" id="{DD740DDB-C27E-4350-904E-713740EDF526}"/>
              </a:ext>
            </a:extLst>
          </p:cNvPr>
          <p:cNvSpPr>
            <a:spLocks noGrp="1"/>
          </p:cNvSpPr>
          <p:nvPr>
            <p:ph type="ftr" idx="11"/>
          </p:nvPr>
        </p:nvSpPr>
        <p:spPr>
          <a:xfrm>
            <a:off x="4038600" y="6356350"/>
            <a:ext cx="4114800" cy="365125"/>
          </a:xfrm>
          <a:prstGeom prst="rect">
            <a:avLst/>
          </a:prstGeom>
        </p:spPr>
        <p:txBody>
          <a:bodyPr/>
          <a:lstStyle/>
          <a:p>
            <a:endParaRPr/>
          </a:p>
        </p:txBody>
      </p:sp>
      <p:sp>
        <p:nvSpPr>
          <p:cNvPr id="7" name="Slide Number Placeholder 6">
            <a:extLst>
              <a:ext uri="{FF2B5EF4-FFF2-40B4-BE49-F238E27FC236}">
                <a16:creationId xmlns:a16="http://schemas.microsoft.com/office/drawing/2014/main" id="{C01A8525-9E87-46CB-A0A5-C48A42568C1C}"/>
              </a:ext>
            </a:extLst>
          </p:cNvPr>
          <p:cNvSpPr>
            <a:spLocks noGrp="1"/>
          </p:cNvSpPr>
          <p:nvPr>
            <p:ph type="sldNum" idx="12"/>
          </p:nvPr>
        </p:nvSpPr>
        <p:spPr>
          <a:xfrm>
            <a:off x="8610600" y="6356350"/>
            <a:ext cx="2743200" cy="365125"/>
          </a:xfrm>
          <a:prstGeom prst="rect">
            <a:avLst/>
          </a:prstGeom>
        </p:spPr>
        <p:txBody>
          <a:bodyPr/>
          <a:lstStyle/>
          <a:p>
            <a:fld id="{48F63A3B-78C7-47BE-AE5E-E10140E04643}" type="slidenum">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90C5F-1846-4B25-BFF5-7AF52FEA8A53}"/>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Picture Placeholder 2">
            <a:extLst>
              <a:ext uri="{FF2B5EF4-FFF2-40B4-BE49-F238E27FC236}">
                <a16:creationId xmlns:a16="http://schemas.microsoft.com/office/drawing/2014/main" id="{24EB30FA-B927-4905-9D97-AB9590D592CB}"/>
              </a:ext>
            </a:extLst>
          </p:cNvPr>
          <p:cNvSpPr>
            <a:spLocks noGrp="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t>单击图标添加图片</a:t>
            </a:r>
          </a:p>
        </p:txBody>
      </p:sp>
      <p:sp>
        <p:nvSpPr>
          <p:cNvPr id="4" name="Text Placeholder 3">
            <a:extLst>
              <a:ext uri="{FF2B5EF4-FFF2-40B4-BE49-F238E27FC236}">
                <a16:creationId xmlns:a16="http://schemas.microsoft.com/office/drawing/2014/main" id="{155F113A-D1DE-49F3-9B18-25B2755EB6E9}"/>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单击此处编辑母版文本样式</a:t>
            </a:r>
          </a:p>
        </p:txBody>
      </p:sp>
      <p:sp>
        <p:nvSpPr>
          <p:cNvPr id="5" name="Date Placeholder 4">
            <a:extLst>
              <a:ext uri="{FF2B5EF4-FFF2-40B4-BE49-F238E27FC236}">
                <a16:creationId xmlns:a16="http://schemas.microsoft.com/office/drawing/2014/main" id="{64690ED0-3E47-4F87-8A81-60112579BAE6}"/>
              </a:ext>
            </a:extLst>
          </p:cNvPr>
          <p:cNvSpPr>
            <a:spLocks noGrp="1"/>
          </p:cNvSpPr>
          <p:nvPr>
            <p:ph type="dt" idx="10"/>
          </p:nvPr>
        </p:nvSpPr>
        <p:spPr>
          <a:xfrm>
            <a:off x="838200" y="6356350"/>
            <a:ext cx="2743200" cy="365125"/>
          </a:xfrm>
          <a:prstGeom prst="rect">
            <a:avLst/>
          </a:prstGeom>
        </p:spPr>
        <p:txBody>
          <a:bodyPr/>
          <a:lstStyle/>
          <a:p>
            <a:endParaRPr/>
          </a:p>
        </p:txBody>
      </p:sp>
      <p:sp>
        <p:nvSpPr>
          <p:cNvPr id="6" name="Footer Placeholder 5">
            <a:extLst>
              <a:ext uri="{FF2B5EF4-FFF2-40B4-BE49-F238E27FC236}">
                <a16:creationId xmlns:a16="http://schemas.microsoft.com/office/drawing/2014/main" id="{82439498-40F1-4630-9914-4D4670F09705}"/>
              </a:ext>
            </a:extLst>
          </p:cNvPr>
          <p:cNvSpPr>
            <a:spLocks noGrp="1"/>
          </p:cNvSpPr>
          <p:nvPr>
            <p:ph type="ftr" idx="11"/>
          </p:nvPr>
        </p:nvSpPr>
        <p:spPr>
          <a:xfrm>
            <a:off x="4038600" y="6356350"/>
            <a:ext cx="4114800" cy="365125"/>
          </a:xfrm>
          <a:prstGeom prst="rect">
            <a:avLst/>
          </a:prstGeom>
        </p:spPr>
        <p:txBody>
          <a:bodyPr/>
          <a:lstStyle/>
          <a:p>
            <a:endParaRPr/>
          </a:p>
        </p:txBody>
      </p:sp>
      <p:sp>
        <p:nvSpPr>
          <p:cNvPr id="7" name="Slide Number Placeholder 6">
            <a:extLst>
              <a:ext uri="{FF2B5EF4-FFF2-40B4-BE49-F238E27FC236}">
                <a16:creationId xmlns:a16="http://schemas.microsoft.com/office/drawing/2014/main" id="{31721F57-C71B-4319-837D-E095EF9CB851}"/>
              </a:ext>
            </a:extLst>
          </p:cNvPr>
          <p:cNvSpPr>
            <a:spLocks noGrp="1"/>
          </p:cNvSpPr>
          <p:nvPr>
            <p:ph type="sldNum" idx="12"/>
          </p:nvPr>
        </p:nvSpPr>
        <p:spPr>
          <a:xfrm>
            <a:off x="8610600" y="6356350"/>
            <a:ext cx="2743200" cy="365125"/>
          </a:xfrm>
          <a:prstGeom prst="rect">
            <a:avLst/>
          </a:prstGeom>
        </p:spPr>
        <p:txBody>
          <a:bodyPr/>
          <a:lstStyle/>
          <a:p>
            <a:fld id="{48F63A3B-78C7-47BE-AE5E-E10140E04643}" type="slidenum">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F8DB9-1ABB-43FF-93D5-A7370C60A049}"/>
              </a:ext>
            </a:extLst>
          </p:cNvPr>
          <p:cNvSpPr>
            <a:spLocks noGrp="1"/>
          </p:cNvSpPr>
          <p:nvPr>
            <p:ph type="title"/>
          </p:nvPr>
        </p:nvSpPr>
        <p:spPr/>
        <p:txBody>
          <a:bodyPr/>
          <a:lstStyle/>
          <a:p>
            <a:r>
              <a:t>单击此处编辑母版标题样式</a:t>
            </a:r>
          </a:p>
        </p:txBody>
      </p:sp>
      <p:sp>
        <p:nvSpPr>
          <p:cNvPr id="3" name="Vertical Text Placeholder 2">
            <a:extLst>
              <a:ext uri="{FF2B5EF4-FFF2-40B4-BE49-F238E27FC236}">
                <a16:creationId xmlns:a16="http://schemas.microsoft.com/office/drawing/2014/main" id="{5E074CF4-DE2E-46CF-B70C-B7EA9B150C57}"/>
              </a:ext>
            </a:extLst>
          </p:cNvPr>
          <p:cNvSpPr>
            <a:spLocks noGrp="1"/>
          </p:cNvSpPr>
          <p:nvPr>
            <p:ph type="body" idx="1"/>
          </p:nvPr>
        </p:nvSpPr>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Date Placeholder 3">
            <a:extLst>
              <a:ext uri="{FF2B5EF4-FFF2-40B4-BE49-F238E27FC236}">
                <a16:creationId xmlns:a16="http://schemas.microsoft.com/office/drawing/2014/main" id="{A968166E-D9B1-46B6-9535-83AA17CDB75B}"/>
              </a:ext>
            </a:extLst>
          </p:cNvPr>
          <p:cNvSpPr>
            <a:spLocks noGrp="1"/>
          </p:cNvSpPr>
          <p:nvPr>
            <p:ph type="dt" idx="10"/>
          </p:nvPr>
        </p:nvSpPr>
        <p:spPr>
          <a:xfrm>
            <a:off x="838200" y="6356350"/>
            <a:ext cx="2743200" cy="365125"/>
          </a:xfrm>
          <a:prstGeom prst="rect">
            <a:avLst/>
          </a:prstGeom>
        </p:spPr>
        <p:txBody>
          <a:bodyPr/>
          <a:lstStyle/>
          <a:p>
            <a:endParaRPr/>
          </a:p>
        </p:txBody>
      </p:sp>
      <p:sp>
        <p:nvSpPr>
          <p:cNvPr id="5" name="Footer Placeholder 4">
            <a:extLst>
              <a:ext uri="{FF2B5EF4-FFF2-40B4-BE49-F238E27FC236}">
                <a16:creationId xmlns:a16="http://schemas.microsoft.com/office/drawing/2014/main" id="{7117E6BC-7926-4A59-8C4E-4C9A59E02AB8}"/>
              </a:ext>
            </a:extLst>
          </p:cNvPr>
          <p:cNvSpPr>
            <a:spLocks noGrp="1"/>
          </p:cNvSpPr>
          <p:nvPr>
            <p:ph type="ftr" idx="11"/>
          </p:nvPr>
        </p:nvSpPr>
        <p:spPr>
          <a:xfrm>
            <a:off x="4038600" y="6356350"/>
            <a:ext cx="4114800" cy="365125"/>
          </a:xfrm>
          <a:prstGeom prst="rect">
            <a:avLst/>
          </a:prstGeom>
        </p:spPr>
        <p:txBody>
          <a:bodyPr/>
          <a:lstStyle/>
          <a:p>
            <a:endParaRPr/>
          </a:p>
        </p:txBody>
      </p:sp>
      <p:sp>
        <p:nvSpPr>
          <p:cNvPr id="6" name="Slide Number Placeholder 5">
            <a:extLst>
              <a:ext uri="{FF2B5EF4-FFF2-40B4-BE49-F238E27FC236}">
                <a16:creationId xmlns:a16="http://schemas.microsoft.com/office/drawing/2014/main" id="{2BA93AB9-A19A-4FD7-9336-F400E798716B}"/>
              </a:ext>
            </a:extLst>
          </p:cNvPr>
          <p:cNvSpPr>
            <a:spLocks noGrp="1"/>
          </p:cNvSpPr>
          <p:nvPr>
            <p:ph type="sldNum" idx="12"/>
          </p:nvPr>
        </p:nvSpPr>
        <p:spPr>
          <a:xfrm>
            <a:off x="8610600" y="6356350"/>
            <a:ext cx="2743200" cy="365125"/>
          </a:xfrm>
          <a:prstGeom prst="rect">
            <a:avLst/>
          </a:prstGeom>
        </p:spPr>
        <p:txBody>
          <a:bodyPr/>
          <a:lstStyle/>
          <a:p>
            <a:fld id="{48F63A3B-78C7-47BE-AE5E-E10140E04643}" type="slidenum">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4254BC-3D98-493E-9D96-0B3E7278E80B}"/>
              </a:ext>
            </a:extLst>
          </p:cNvPr>
          <p:cNvSpPr>
            <a:spLocks noGrp="1"/>
          </p:cNvSpPr>
          <p:nvPr>
            <p:ph type="title"/>
          </p:nvPr>
        </p:nvSpPr>
        <p:spPr>
          <a:xfrm>
            <a:off x="8724900" y="365125"/>
            <a:ext cx="2628900" cy="5811838"/>
          </a:xfrm>
        </p:spPr>
        <p:txBody>
          <a:bodyPr vert="eaVert"/>
          <a:lstStyle/>
          <a:p>
            <a:r>
              <a:t>单击此处编辑母版标题样式</a:t>
            </a:r>
          </a:p>
        </p:txBody>
      </p:sp>
      <p:sp>
        <p:nvSpPr>
          <p:cNvPr id="3" name="Vertical Text Placeholder 2">
            <a:extLst>
              <a:ext uri="{FF2B5EF4-FFF2-40B4-BE49-F238E27FC236}">
                <a16:creationId xmlns:a16="http://schemas.microsoft.com/office/drawing/2014/main" id="{A8518C4A-990A-452E-873B-F2DC9B575306}"/>
              </a:ext>
            </a:extLst>
          </p:cNvPr>
          <p:cNvSpPr>
            <a:spLocks noGrp="1"/>
          </p:cNvSpPr>
          <p:nvPr>
            <p:ph type="body" idx="1"/>
          </p:nvPr>
        </p:nvSpPr>
        <p:spPr>
          <a:xfrm>
            <a:off x="838200" y="365125"/>
            <a:ext cx="7734300" cy="5811838"/>
          </a:xfrm>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Date Placeholder 3">
            <a:extLst>
              <a:ext uri="{FF2B5EF4-FFF2-40B4-BE49-F238E27FC236}">
                <a16:creationId xmlns:a16="http://schemas.microsoft.com/office/drawing/2014/main" id="{FDBCD4C2-F158-45EE-9BC8-14A1BCC3D669}"/>
              </a:ext>
            </a:extLst>
          </p:cNvPr>
          <p:cNvSpPr>
            <a:spLocks noGrp="1"/>
          </p:cNvSpPr>
          <p:nvPr>
            <p:ph type="dt" idx="10"/>
          </p:nvPr>
        </p:nvSpPr>
        <p:spPr>
          <a:xfrm>
            <a:off x="838200" y="6356350"/>
            <a:ext cx="2743200" cy="365125"/>
          </a:xfrm>
          <a:prstGeom prst="rect">
            <a:avLst/>
          </a:prstGeom>
        </p:spPr>
        <p:txBody>
          <a:bodyPr/>
          <a:lstStyle/>
          <a:p>
            <a:endParaRPr/>
          </a:p>
        </p:txBody>
      </p:sp>
      <p:sp>
        <p:nvSpPr>
          <p:cNvPr id="5" name="Footer Placeholder 4">
            <a:extLst>
              <a:ext uri="{FF2B5EF4-FFF2-40B4-BE49-F238E27FC236}">
                <a16:creationId xmlns:a16="http://schemas.microsoft.com/office/drawing/2014/main" id="{DC416D2F-D1D4-4A78-8A0E-F69C612D3E7D}"/>
              </a:ext>
            </a:extLst>
          </p:cNvPr>
          <p:cNvSpPr>
            <a:spLocks noGrp="1"/>
          </p:cNvSpPr>
          <p:nvPr>
            <p:ph type="ftr" idx="11"/>
          </p:nvPr>
        </p:nvSpPr>
        <p:spPr>
          <a:xfrm>
            <a:off x="4038600" y="6356350"/>
            <a:ext cx="4114800" cy="365125"/>
          </a:xfrm>
          <a:prstGeom prst="rect">
            <a:avLst/>
          </a:prstGeom>
        </p:spPr>
        <p:txBody>
          <a:bodyPr/>
          <a:lstStyle/>
          <a:p>
            <a:endParaRPr/>
          </a:p>
        </p:txBody>
      </p:sp>
      <p:sp>
        <p:nvSpPr>
          <p:cNvPr id="6" name="Slide Number Placeholder 5">
            <a:extLst>
              <a:ext uri="{FF2B5EF4-FFF2-40B4-BE49-F238E27FC236}">
                <a16:creationId xmlns:a16="http://schemas.microsoft.com/office/drawing/2014/main" id="{1F7C8A10-6EBD-4F1E-BECB-7A21DD19AF15}"/>
              </a:ext>
            </a:extLst>
          </p:cNvPr>
          <p:cNvSpPr>
            <a:spLocks noGrp="1"/>
          </p:cNvSpPr>
          <p:nvPr>
            <p:ph type="sldNum" idx="12"/>
          </p:nvPr>
        </p:nvSpPr>
        <p:spPr>
          <a:xfrm>
            <a:off x="8610600" y="6356350"/>
            <a:ext cx="2743200" cy="365125"/>
          </a:xfrm>
          <a:prstGeom prst="rect">
            <a:avLst/>
          </a:prstGeom>
        </p:spPr>
        <p:txBody>
          <a:bodyPr/>
          <a:lstStyle/>
          <a:p>
            <a:fld id="{48F63A3B-78C7-47BE-AE5E-E10140E04643}" type="slidenum">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AEDA8D-44D5-4419-87F8-263FA1E2FE6B}"/>
              </a:ext>
            </a:extLst>
          </p:cNvPr>
          <p:cNvSpPr>
            <a:spLocks noGrp="1"/>
          </p:cNvSpPr>
          <p:nvPr>
            <p:ph type="ctrTitle"/>
          </p:nvPr>
        </p:nvSpPr>
        <p:spPr>
          <a:xfrm>
            <a:off x="1524000" y="1122363"/>
            <a:ext cx="9144000" cy="2387600"/>
          </a:xfrm>
        </p:spPr>
        <p:txBody>
          <a:bodyPr anchor="b"/>
          <a:lstStyle>
            <a:lvl1pPr algn="ctr">
              <a:buNone/>
              <a:defRPr sz="6000"/>
            </a:lvl1pPr>
          </a:lstStyle>
          <a:p>
            <a:r>
              <a:t>单击此处编辑母版标题样式</a:t>
            </a:r>
          </a:p>
        </p:txBody>
      </p:sp>
      <p:sp>
        <p:nvSpPr>
          <p:cNvPr id="3" name="副标题 2">
            <a:extLst>
              <a:ext uri="{FF2B5EF4-FFF2-40B4-BE49-F238E27FC236}">
                <a16:creationId xmlns:a16="http://schemas.microsoft.com/office/drawing/2014/main" id="{B6712A2D-FE54-4CDF-BC49-38B3927BAF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
        <p:nvSpPr>
          <p:cNvPr id="4" name="日期占位符 3">
            <a:extLst>
              <a:ext uri="{FF2B5EF4-FFF2-40B4-BE49-F238E27FC236}">
                <a16:creationId xmlns:a16="http://schemas.microsoft.com/office/drawing/2014/main" id="{28AD1F99-EEED-42EB-9B28-3C65E5FE106A}"/>
              </a:ext>
            </a:extLst>
          </p:cNvPr>
          <p:cNvSpPr>
            <a:spLocks noGrp="1"/>
          </p:cNvSpPr>
          <p:nvPr>
            <p:ph type="dt" idx="10"/>
          </p:nvPr>
        </p:nvSpPr>
        <p:spPr>
          <a:xfrm>
            <a:off x="838200" y="6356350"/>
            <a:ext cx="2743200" cy="365125"/>
          </a:xfrm>
          <a:prstGeom prst="rect">
            <a:avLst/>
          </a:prstGeom>
        </p:spPr>
        <p:txBody>
          <a:bodyPr/>
          <a:lstStyle/>
          <a:p>
            <a:endParaRPr/>
          </a:p>
        </p:txBody>
      </p:sp>
      <p:sp>
        <p:nvSpPr>
          <p:cNvPr id="5" name="页脚占位符 4">
            <a:extLst>
              <a:ext uri="{FF2B5EF4-FFF2-40B4-BE49-F238E27FC236}">
                <a16:creationId xmlns:a16="http://schemas.microsoft.com/office/drawing/2014/main" id="{DCACBE05-C9F2-4FFA-B31B-247BBBB16F6F}"/>
              </a:ext>
            </a:extLst>
          </p:cNvPr>
          <p:cNvSpPr>
            <a:spLocks noGrp="1"/>
          </p:cNvSpPr>
          <p:nvPr>
            <p:ph type="ftr" idx="11"/>
          </p:nvPr>
        </p:nvSpPr>
        <p:spPr>
          <a:xfrm>
            <a:off x="4038600" y="6356350"/>
            <a:ext cx="4114800" cy="365125"/>
          </a:xfrm>
          <a:prstGeom prst="rect">
            <a:avLst/>
          </a:prstGeom>
        </p:spPr>
        <p:txBody>
          <a:bodyPr/>
          <a:lstStyle/>
          <a:p>
            <a:endParaRPr/>
          </a:p>
        </p:txBody>
      </p:sp>
      <p:sp>
        <p:nvSpPr>
          <p:cNvPr id="6" name="灯片编号占位符 5">
            <a:extLst>
              <a:ext uri="{FF2B5EF4-FFF2-40B4-BE49-F238E27FC236}">
                <a16:creationId xmlns:a16="http://schemas.microsoft.com/office/drawing/2014/main" id="{F8C8EB21-D407-4DD4-B40F-DA8040E60A37}"/>
              </a:ext>
            </a:extLst>
          </p:cNvPr>
          <p:cNvSpPr>
            <a:spLocks noGrp="1"/>
          </p:cNvSpPr>
          <p:nvPr>
            <p:ph type="sldNum" idx="12"/>
          </p:nvPr>
        </p:nvSpPr>
        <p:spPr/>
        <p:txBody>
          <a:bodyPr/>
          <a:lstStyle/>
          <a:p>
            <a:fld id="{BCBF23B6-F635-451E-A49C-23E20F83D235}" type="slidenum">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473186-2D3A-4E8C-A0DE-BFA79F8BB329}"/>
              </a:ext>
            </a:extLst>
          </p:cNvPr>
          <p:cNvSpPr>
            <a:spLocks noGrp="1"/>
          </p:cNvSpPr>
          <p:nvPr>
            <p:ph type="title"/>
          </p:nvPr>
        </p:nvSpPr>
        <p:spPr/>
        <p:txBody>
          <a:bodyPr/>
          <a:lstStyle/>
          <a:p>
            <a:r>
              <a:t>单击此处编辑母版标题样式</a:t>
            </a:r>
          </a:p>
        </p:txBody>
      </p:sp>
      <p:sp>
        <p:nvSpPr>
          <p:cNvPr id="3" name="内容占位符 2">
            <a:extLst>
              <a:ext uri="{FF2B5EF4-FFF2-40B4-BE49-F238E27FC236}">
                <a16:creationId xmlns:a16="http://schemas.microsoft.com/office/drawing/2014/main" id="{5A2376C2-EE83-423D-AE96-479B16C181DB}"/>
              </a:ext>
            </a:extLst>
          </p:cNvPr>
          <p:cNvSpPr>
            <a:spLocks noGrp="1"/>
          </p:cNvSpPr>
          <p:nvPr>
            <p:ph idx="1"/>
          </p:nvPr>
        </p:nvSpPr>
        <p:spPr/>
        <p:txBody>
          <a:bodyPr/>
          <a:lstStyle/>
          <a:p>
            <a:pPr>
              <a:buNone/>
            </a:pPr>
            <a:r>
              <a:t>编辑母版文本样式</a:t>
            </a:r>
          </a:p>
          <a:p>
            <a:pPr>
              <a:buNone/>
            </a:pPr>
            <a:r>
              <a:t>第二级</a:t>
            </a:r>
          </a:p>
          <a:p>
            <a:pPr>
              <a:buNone/>
            </a:pPr>
            <a:r>
              <a:t>第三级</a:t>
            </a:r>
          </a:p>
          <a:p>
            <a:pPr>
              <a:buNone/>
            </a:pPr>
            <a:r>
              <a:t>第四级</a:t>
            </a:r>
          </a:p>
          <a:p>
            <a:pPr>
              <a:buNone/>
            </a:pPr>
            <a:r>
              <a:t>第五级</a:t>
            </a:r>
          </a:p>
        </p:txBody>
      </p:sp>
      <p:sp>
        <p:nvSpPr>
          <p:cNvPr id="4" name="日期占位符 3">
            <a:extLst>
              <a:ext uri="{FF2B5EF4-FFF2-40B4-BE49-F238E27FC236}">
                <a16:creationId xmlns:a16="http://schemas.microsoft.com/office/drawing/2014/main" id="{750F0EAC-5C87-4438-9B4F-062CA46C6C32}"/>
              </a:ext>
            </a:extLst>
          </p:cNvPr>
          <p:cNvSpPr>
            <a:spLocks noGrp="1"/>
          </p:cNvSpPr>
          <p:nvPr>
            <p:ph type="dt" idx="10"/>
          </p:nvPr>
        </p:nvSpPr>
        <p:spPr>
          <a:xfrm>
            <a:off x="838200" y="6356350"/>
            <a:ext cx="2743200" cy="365125"/>
          </a:xfrm>
          <a:prstGeom prst="rect">
            <a:avLst/>
          </a:prstGeom>
        </p:spPr>
        <p:txBody>
          <a:bodyPr/>
          <a:lstStyle/>
          <a:p>
            <a:endParaRPr/>
          </a:p>
        </p:txBody>
      </p:sp>
      <p:sp>
        <p:nvSpPr>
          <p:cNvPr id="5" name="页脚占位符 4">
            <a:extLst>
              <a:ext uri="{FF2B5EF4-FFF2-40B4-BE49-F238E27FC236}">
                <a16:creationId xmlns:a16="http://schemas.microsoft.com/office/drawing/2014/main" id="{9B806CB3-B315-4A53-ABE2-9D1EA8781321}"/>
              </a:ext>
            </a:extLst>
          </p:cNvPr>
          <p:cNvSpPr>
            <a:spLocks noGrp="1"/>
          </p:cNvSpPr>
          <p:nvPr>
            <p:ph type="ftr" idx="11"/>
          </p:nvPr>
        </p:nvSpPr>
        <p:spPr>
          <a:xfrm>
            <a:off x="4038600" y="6356350"/>
            <a:ext cx="4114800" cy="365125"/>
          </a:xfrm>
          <a:prstGeom prst="rect">
            <a:avLst/>
          </a:prstGeom>
        </p:spPr>
        <p:txBody>
          <a:bodyPr/>
          <a:lstStyle/>
          <a:p>
            <a:endParaRPr/>
          </a:p>
        </p:txBody>
      </p:sp>
      <p:sp>
        <p:nvSpPr>
          <p:cNvPr id="6" name="灯片编号占位符 5">
            <a:extLst>
              <a:ext uri="{FF2B5EF4-FFF2-40B4-BE49-F238E27FC236}">
                <a16:creationId xmlns:a16="http://schemas.microsoft.com/office/drawing/2014/main" id="{B094B451-CD94-4301-8B53-BAF2F3282C16}"/>
              </a:ext>
            </a:extLst>
          </p:cNvPr>
          <p:cNvSpPr>
            <a:spLocks noGrp="1"/>
          </p:cNvSpPr>
          <p:nvPr>
            <p:ph type="sldNum" idx="12"/>
          </p:nvPr>
        </p:nvSpPr>
        <p:spPr/>
        <p:txBody>
          <a:bodyPr/>
          <a:lstStyle/>
          <a:p>
            <a:fld id="{BCBF23B6-F635-451E-A49C-23E20F83D235}" type="slidenum">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9C4646-3E06-4518-B7C5-48C1DEB2250E}"/>
              </a:ext>
            </a:extLst>
          </p:cNvPr>
          <p:cNvSpPr>
            <a:spLocks noGrp="1"/>
          </p:cNvSpPr>
          <p:nvPr>
            <p:ph type="title"/>
          </p:nvPr>
        </p:nvSpPr>
        <p:spPr>
          <a:xfrm>
            <a:off x="831850" y="1709738"/>
            <a:ext cx="10515600" cy="2852737"/>
          </a:xfrm>
        </p:spPr>
        <p:txBody>
          <a:bodyPr anchor="b"/>
          <a:lstStyle>
            <a:lvl1pPr>
              <a:buNone/>
              <a:defRPr sz="6000"/>
            </a:lvl1pPr>
          </a:lstStyle>
          <a:p>
            <a:r>
              <a:t>单击此处编辑母版标题样式</a:t>
            </a:r>
          </a:p>
        </p:txBody>
      </p:sp>
      <p:sp>
        <p:nvSpPr>
          <p:cNvPr id="3" name="文本占位符 2">
            <a:extLst>
              <a:ext uri="{FF2B5EF4-FFF2-40B4-BE49-F238E27FC236}">
                <a16:creationId xmlns:a16="http://schemas.microsoft.com/office/drawing/2014/main" id="{24F4E14F-77F0-40A0-A3F0-38A77201DF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buNone/>
            </a:pPr>
            <a:r>
              <a:t>编辑母版文本样式</a:t>
            </a:r>
          </a:p>
        </p:txBody>
      </p:sp>
      <p:sp>
        <p:nvSpPr>
          <p:cNvPr id="4" name="日期占位符 3">
            <a:extLst>
              <a:ext uri="{FF2B5EF4-FFF2-40B4-BE49-F238E27FC236}">
                <a16:creationId xmlns:a16="http://schemas.microsoft.com/office/drawing/2014/main" id="{CF72F066-9468-4B3C-B60F-961A5A8E636A}"/>
              </a:ext>
            </a:extLst>
          </p:cNvPr>
          <p:cNvSpPr>
            <a:spLocks noGrp="1"/>
          </p:cNvSpPr>
          <p:nvPr>
            <p:ph type="dt" idx="10"/>
          </p:nvPr>
        </p:nvSpPr>
        <p:spPr>
          <a:xfrm>
            <a:off x="838200" y="6356350"/>
            <a:ext cx="2743200" cy="365125"/>
          </a:xfrm>
          <a:prstGeom prst="rect">
            <a:avLst/>
          </a:prstGeom>
        </p:spPr>
        <p:txBody>
          <a:bodyPr/>
          <a:lstStyle/>
          <a:p>
            <a:endParaRPr/>
          </a:p>
        </p:txBody>
      </p:sp>
      <p:sp>
        <p:nvSpPr>
          <p:cNvPr id="5" name="页脚占位符 4">
            <a:extLst>
              <a:ext uri="{FF2B5EF4-FFF2-40B4-BE49-F238E27FC236}">
                <a16:creationId xmlns:a16="http://schemas.microsoft.com/office/drawing/2014/main" id="{B19B04A8-769E-47CF-9F5F-84C6104E6AEB}"/>
              </a:ext>
            </a:extLst>
          </p:cNvPr>
          <p:cNvSpPr>
            <a:spLocks noGrp="1"/>
          </p:cNvSpPr>
          <p:nvPr>
            <p:ph type="ftr" idx="11"/>
          </p:nvPr>
        </p:nvSpPr>
        <p:spPr>
          <a:xfrm>
            <a:off x="4038600" y="6356350"/>
            <a:ext cx="4114800" cy="365125"/>
          </a:xfrm>
          <a:prstGeom prst="rect">
            <a:avLst/>
          </a:prstGeom>
        </p:spPr>
        <p:txBody>
          <a:bodyPr/>
          <a:lstStyle/>
          <a:p>
            <a:endParaRPr/>
          </a:p>
        </p:txBody>
      </p:sp>
      <p:sp>
        <p:nvSpPr>
          <p:cNvPr id="6" name="灯片编号占位符 5">
            <a:extLst>
              <a:ext uri="{FF2B5EF4-FFF2-40B4-BE49-F238E27FC236}">
                <a16:creationId xmlns:a16="http://schemas.microsoft.com/office/drawing/2014/main" id="{8ADBD545-88E0-419D-8442-B011218BE276}"/>
              </a:ext>
            </a:extLst>
          </p:cNvPr>
          <p:cNvSpPr>
            <a:spLocks noGrp="1"/>
          </p:cNvSpPr>
          <p:nvPr>
            <p:ph type="sldNum" idx="12"/>
          </p:nvPr>
        </p:nvSpPr>
        <p:spPr/>
        <p:txBody>
          <a:bodyPr/>
          <a:lstStyle/>
          <a:p>
            <a:fld id="{BCBF23B6-F635-451E-A49C-23E20F83D235}" type="slidenum">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4D33AE-0D67-48A6-8901-BDF0DB30F46C}"/>
              </a:ext>
            </a:extLst>
          </p:cNvPr>
          <p:cNvSpPr>
            <a:spLocks noGrp="1"/>
          </p:cNvSpPr>
          <p:nvPr>
            <p:ph type="title"/>
          </p:nvPr>
        </p:nvSpPr>
        <p:spPr/>
        <p:txBody>
          <a:bodyPr/>
          <a:lstStyle/>
          <a:p>
            <a:r>
              <a:t>单击此处编辑母版标题样式</a:t>
            </a:r>
          </a:p>
        </p:txBody>
      </p:sp>
      <p:sp>
        <p:nvSpPr>
          <p:cNvPr id="3" name="内容占位符 2">
            <a:extLst>
              <a:ext uri="{FF2B5EF4-FFF2-40B4-BE49-F238E27FC236}">
                <a16:creationId xmlns:a16="http://schemas.microsoft.com/office/drawing/2014/main" id="{E26A4808-6552-4783-B724-19206DC9A606}"/>
              </a:ext>
            </a:extLst>
          </p:cNvPr>
          <p:cNvSpPr>
            <a:spLocks noGrp="1"/>
          </p:cNvSpPr>
          <p:nvPr>
            <p:ph idx="1"/>
          </p:nvPr>
        </p:nvSpPr>
        <p:spPr>
          <a:xfrm>
            <a:off x="838200" y="1825625"/>
            <a:ext cx="5181600" cy="4351338"/>
          </a:xfrm>
        </p:spPr>
        <p:txBody>
          <a:bodyPr/>
          <a:lstStyle/>
          <a:p>
            <a:pPr>
              <a:buNone/>
            </a:pPr>
            <a:r>
              <a:t>编辑母版文本样式</a:t>
            </a:r>
          </a:p>
          <a:p>
            <a:pPr>
              <a:buNone/>
            </a:pPr>
            <a:r>
              <a:t>第二级</a:t>
            </a:r>
          </a:p>
          <a:p>
            <a:pPr>
              <a:buNone/>
            </a:pPr>
            <a:r>
              <a:t>第三级</a:t>
            </a:r>
          </a:p>
          <a:p>
            <a:pPr>
              <a:buNone/>
            </a:pPr>
            <a:r>
              <a:t>第四级</a:t>
            </a:r>
          </a:p>
          <a:p>
            <a:pPr>
              <a:buNone/>
            </a:pPr>
            <a:r>
              <a:t>第五级</a:t>
            </a:r>
          </a:p>
        </p:txBody>
      </p:sp>
      <p:sp>
        <p:nvSpPr>
          <p:cNvPr id="4" name="内容占位符 3">
            <a:extLst>
              <a:ext uri="{FF2B5EF4-FFF2-40B4-BE49-F238E27FC236}">
                <a16:creationId xmlns:a16="http://schemas.microsoft.com/office/drawing/2014/main" id="{A37C0028-ED8D-4C2E-8332-F501A174154D}"/>
              </a:ext>
            </a:extLst>
          </p:cNvPr>
          <p:cNvSpPr>
            <a:spLocks noGrp="1"/>
          </p:cNvSpPr>
          <p:nvPr>
            <p:ph idx="2"/>
          </p:nvPr>
        </p:nvSpPr>
        <p:spPr>
          <a:xfrm>
            <a:off x="6172200" y="1825625"/>
            <a:ext cx="5181600" cy="4351338"/>
          </a:xfrm>
        </p:spPr>
        <p:txBody>
          <a:bodyPr/>
          <a:lstStyle/>
          <a:p>
            <a:pPr>
              <a:buNone/>
            </a:pPr>
            <a:r>
              <a:t>编辑母版文本样式</a:t>
            </a:r>
          </a:p>
          <a:p>
            <a:pPr>
              <a:buNone/>
            </a:pPr>
            <a:r>
              <a:t>第二级</a:t>
            </a:r>
          </a:p>
          <a:p>
            <a:pPr>
              <a:buNone/>
            </a:pPr>
            <a:r>
              <a:t>第三级</a:t>
            </a:r>
          </a:p>
          <a:p>
            <a:pPr>
              <a:buNone/>
            </a:pPr>
            <a:r>
              <a:t>第四级</a:t>
            </a:r>
          </a:p>
          <a:p>
            <a:pPr>
              <a:buNone/>
            </a:pPr>
            <a:r>
              <a:t>第五级</a:t>
            </a:r>
          </a:p>
        </p:txBody>
      </p:sp>
      <p:sp>
        <p:nvSpPr>
          <p:cNvPr id="5" name="日期占位符 4">
            <a:extLst>
              <a:ext uri="{FF2B5EF4-FFF2-40B4-BE49-F238E27FC236}">
                <a16:creationId xmlns:a16="http://schemas.microsoft.com/office/drawing/2014/main" id="{E895EF7F-D9EE-44F7-8293-2504253ABFC9}"/>
              </a:ext>
            </a:extLst>
          </p:cNvPr>
          <p:cNvSpPr>
            <a:spLocks noGrp="1"/>
          </p:cNvSpPr>
          <p:nvPr>
            <p:ph type="dt" idx="10"/>
          </p:nvPr>
        </p:nvSpPr>
        <p:spPr>
          <a:xfrm>
            <a:off x="838200" y="6356350"/>
            <a:ext cx="2743200" cy="365125"/>
          </a:xfrm>
          <a:prstGeom prst="rect">
            <a:avLst/>
          </a:prstGeom>
        </p:spPr>
        <p:txBody>
          <a:bodyPr/>
          <a:lstStyle/>
          <a:p>
            <a:endParaRPr/>
          </a:p>
        </p:txBody>
      </p:sp>
      <p:sp>
        <p:nvSpPr>
          <p:cNvPr id="6" name="页脚占位符 5">
            <a:extLst>
              <a:ext uri="{FF2B5EF4-FFF2-40B4-BE49-F238E27FC236}">
                <a16:creationId xmlns:a16="http://schemas.microsoft.com/office/drawing/2014/main" id="{D9ADC36E-B8D5-4146-B845-EDFA089A2ADC}"/>
              </a:ext>
            </a:extLst>
          </p:cNvPr>
          <p:cNvSpPr>
            <a:spLocks noGrp="1"/>
          </p:cNvSpPr>
          <p:nvPr>
            <p:ph type="ftr" idx="11"/>
          </p:nvPr>
        </p:nvSpPr>
        <p:spPr>
          <a:xfrm>
            <a:off x="4038600" y="6356350"/>
            <a:ext cx="4114800" cy="365125"/>
          </a:xfrm>
          <a:prstGeom prst="rect">
            <a:avLst/>
          </a:prstGeom>
        </p:spPr>
        <p:txBody>
          <a:bodyPr/>
          <a:lstStyle/>
          <a:p>
            <a:endParaRPr/>
          </a:p>
        </p:txBody>
      </p:sp>
      <p:sp>
        <p:nvSpPr>
          <p:cNvPr id="7" name="灯片编号占位符 6">
            <a:extLst>
              <a:ext uri="{FF2B5EF4-FFF2-40B4-BE49-F238E27FC236}">
                <a16:creationId xmlns:a16="http://schemas.microsoft.com/office/drawing/2014/main" id="{7B4E48BF-E53D-4715-AC2E-D70398E24E7A}"/>
              </a:ext>
            </a:extLst>
          </p:cNvPr>
          <p:cNvSpPr>
            <a:spLocks noGrp="1"/>
          </p:cNvSpPr>
          <p:nvPr>
            <p:ph type="sldNum" idx="12"/>
          </p:nvPr>
        </p:nvSpPr>
        <p:spPr/>
        <p:txBody>
          <a:bodyPr/>
          <a:lstStyle/>
          <a:p>
            <a:fld id="{BCBF23B6-F635-451E-A49C-23E20F83D235}" type="slidenum">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C51630-61B6-414A-A278-AF88404AA779}"/>
              </a:ext>
            </a:extLst>
          </p:cNvPr>
          <p:cNvSpPr>
            <a:spLocks noGrp="1"/>
          </p:cNvSpPr>
          <p:nvPr>
            <p:ph type="title"/>
          </p:nvPr>
        </p:nvSpPr>
        <p:spPr>
          <a:xfrm>
            <a:off x="839788" y="365125"/>
            <a:ext cx="10515600" cy="1325563"/>
          </a:xfrm>
        </p:spPr>
        <p:txBody>
          <a:bodyPr/>
          <a:lstStyle/>
          <a:p>
            <a:r>
              <a:t>单击此处编辑母版标题样式</a:t>
            </a:r>
          </a:p>
        </p:txBody>
      </p:sp>
      <p:sp>
        <p:nvSpPr>
          <p:cNvPr id="3" name="文本占位符 2">
            <a:extLst>
              <a:ext uri="{FF2B5EF4-FFF2-40B4-BE49-F238E27FC236}">
                <a16:creationId xmlns:a16="http://schemas.microsoft.com/office/drawing/2014/main" id="{17E73081-E81D-4813-92C0-0E976ED897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编辑母版文本样式</a:t>
            </a:r>
          </a:p>
        </p:txBody>
      </p:sp>
      <p:sp>
        <p:nvSpPr>
          <p:cNvPr id="4" name="内容占位符 3">
            <a:extLst>
              <a:ext uri="{FF2B5EF4-FFF2-40B4-BE49-F238E27FC236}">
                <a16:creationId xmlns:a16="http://schemas.microsoft.com/office/drawing/2014/main" id="{E3652C0E-4290-48BA-AA1E-96D2BF156A87}"/>
              </a:ext>
            </a:extLst>
          </p:cNvPr>
          <p:cNvSpPr>
            <a:spLocks noGrp="1"/>
          </p:cNvSpPr>
          <p:nvPr>
            <p:ph idx="2"/>
          </p:nvPr>
        </p:nvSpPr>
        <p:spPr>
          <a:xfrm>
            <a:off x="839788" y="2505075"/>
            <a:ext cx="5157787" cy="3684588"/>
          </a:xfrm>
        </p:spPr>
        <p:txBody>
          <a:bodyPr/>
          <a:lstStyle/>
          <a:p>
            <a:pPr>
              <a:buNone/>
            </a:pPr>
            <a:r>
              <a:t>编辑母版文本样式</a:t>
            </a:r>
          </a:p>
          <a:p>
            <a:pPr>
              <a:buNone/>
            </a:pPr>
            <a:r>
              <a:t>第二级</a:t>
            </a:r>
          </a:p>
          <a:p>
            <a:pPr>
              <a:buNone/>
            </a:pPr>
            <a:r>
              <a:t>第三级</a:t>
            </a:r>
          </a:p>
          <a:p>
            <a:pPr>
              <a:buNone/>
            </a:pPr>
            <a:r>
              <a:t>第四级</a:t>
            </a:r>
          </a:p>
          <a:p>
            <a:pPr>
              <a:buNone/>
            </a:pPr>
            <a:r>
              <a:t>第五级</a:t>
            </a:r>
          </a:p>
        </p:txBody>
      </p:sp>
      <p:sp>
        <p:nvSpPr>
          <p:cNvPr id="5" name="文本占位符 4">
            <a:extLst>
              <a:ext uri="{FF2B5EF4-FFF2-40B4-BE49-F238E27FC236}">
                <a16:creationId xmlns:a16="http://schemas.microsoft.com/office/drawing/2014/main" id="{6FEB6CAF-0EE7-4188-9950-5CFBDE0D529B}"/>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编辑母版文本样式</a:t>
            </a:r>
          </a:p>
        </p:txBody>
      </p:sp>
      <p:sp>
        <p:nvSpPr>
          <p:cNvPr id="6" name="内容占位符 5">
            <a:extLst>
              <a:ext uri="{FF2B5EF4-FFF2-40B4-BE49-F238E27FC236}">
                <a16:creationId xmlns:a16="http://schemas.microsoft.com/office/drawing/2014/main" id="{14014B9B-D706-4E73-845E-4E3649814248}"/>
              </a:ext>
            </a:extLst>
          </p:cNvPr>
          <p:cNvSpPr>
            <a:spLocks noGrp="1"/>
          </p:cNvSpPr>
          <p:nvPr>
            <p:ph idx="4"/>
          </p:nvPr>
        </p:nvSpPr>
        <p:spPr>
          <a:xfrm>
            <a:off x="6172200" y="2505075"/>
            <a:ext cx="5183188" cy="3684588"/>
          </a:xfrm>
        </p:spPr>
        <p:txBody>
          <a:bodyPr/>
          <a:lstStyle/>
          <a:p>
            <a:pPr>
              <a:buNone/>
            </a:pPr>
            <a:r>
              <a:t>编辑母版文本样式</a:t>
            </a:r>
          </a:p>
          <a:p>
            <a:pPr>
              <a:buNone/>
            </a:pPr>
            <a:r>
              <a:t>第二级</a:t>
            </a:r>
          </a:p>
          <a:p>
            <a:pPr>
              <a:buNone/>
            </a:pPr>
            <a:r>
              <a:t>第三级</a:t>
            </a:r>
          </a:p>
          <a:p>
            <a:pPr>
              <a:buNone/>
            </a:pPr>
            <a:r>
              <a:t>第四级</a:t>
            </a:r>
          </a:p>
          <a:p>
            <a:pPr>
              <a:buNone/>
            </a:pPr>
            <a:r>
              <a:t>第五级</a:t>
            </a:r>
          </a:p>
        </p:txBody>
      </p:sp>
      <p:sp>
        <p:nvSpPr>
          <p:cNvPr id="7" name="日期占位符 6">
            <a:extLst>
              <a:ext uri="{FF2B5EF4-FFF2-40B4-BE49-F238E27FC236}">
                <a16:creationId xmlns:a16="http://schemas.microsoft.com/office/drawing/2014/main" id="{7E2ADA53-03CD-41B2-B234-0E307CDEA50F}"/>
              </a:ext>
            </a:extLst>
          </p:cNvPr>
          <p:cNvSpPr>
            <a:spLocks noGrp="1"/>
          </p:cNvSpPr>
          <p:nvPr>
            <p:ph type="dt" idx="10"/>
          </p:nvPr>
        </p:nvSpPr>
        <p:spPr>
          <a:xfrm>
            <a:off x="838200" y="6356350"/>
            <a:ext cx="2743200" cy="365125"/>
          </a:xfrm>
          <a:prstGeom prst="rect">
            <a:avLst/>
          </a:prstGeom>
        </p:spPr>
        <p:txBody>
          <a:bodyPr/>
          <a:lstStyle/>
          <a:p>
            <a:endParaRPr/>
          </a:p>
        </p:txBody>
      </p:sp>
      <p:sp>
        <p:nvSpPr>
          <p:cNvPr id="8" name="页脚占位符 7">
            <a:extLst>
              <a:ext uri="{FF2B5EF4-FFF2-40B4-BE49-F238E27FC236}">
                <a16:creationId xmlns:a16="http://schemas.microsoft.com/office/drawing/2014/main" id="{39B07346-21F5-48F1-98C0-0C9AD25FE254}"/>
              </a:ext>
            </a:extLst>
          </p:cNvPr>
          <p:cNvSpPr>
            <a:spLocks noGrp="1"/>
          </p:cNvSpPr>
          <p:nvPr>
            <p:ph type="ftr" idx="11"/>
          </p:nvPr>
        </p:nvSpPr>
        <p:spPr>
          <a:xfrm>
            <a:off x="4038600" y="6356350"/>
            <a:ext cx="4114800" cy="365125"/>
          </a:xfrm>
          <a:prstGeom prst="rect">
            <a:avLst/>
          </a:prstGeom>
        </p:spPr>
        <p:txBody>
          <a:bodyPr/>
          <a:lstStyle/>
          <a:p>
            <a:endParaRPr/>
          </a:p>
        </p:txBody>
      </p:sp>
      <p:sp>
        <p:nvSpPr>
          <p:cNvPr id="9" name="灯片编号占位符 8">
            <a:extLst>
              <a:ext uri="{FF2B5EF4-FFF2-40B4-BE49-F238E27FC236}">
                <a16:creationId xmlns:a16="http://schemas.microsoft.com/office/drawing/2014/main" id="{6BA6EA7B-BEF4-4FA0-B64F-461C7D29ADA2}"/>
              </a:ext>
            </a:extLst>
          </p:cNvPr>
          <p:cNvSpPr>
            <a:spLocks noGrp="1"/>
          </p:cNvSpPr>
          <p:nvPr>
            <p:ph type="sldNum" idx="12"/>
          </p:nvPr>
        </p:nvSpPr>
        <p:spPr/>
        <p:txBody>
          <a:bodyPr/>
          <a:lstStyle/>
          <a:p>
            <a:fld id="{BCBF23B6-F635-451E-A49C-23E20F83D235}" type="slidenum">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70C305-2AFD-46EF-AD58-1CA8EB9A467B}"/>
              </a:ext>
            </a:extLst>
          </p:cNvPr>
          <p:cNvSpPr>
            <a:spLocks noGrp="1"/>
          </p:cNvSpPr>
          <p:nvPr>
            <p:ph type="title"/>
          </p:nvPr>
        </p:nvSpPr>
        <p:spPr/>
        <p:txBody>
          <a:bodyPr/>
          <a:lstStyle/>
          <a:p>
            <a:r>
              <a:t>单击此处编辑母版标题样式</a:t>
            </a:r>
          </a:p>
        </p:txBody>
      </p:sp>
      <p:sp>
        <p:nvSpPr>
          <p:cNvPr id="3" name="日期占位符 2">
            <a:extLst>
              <a:ext uri="{FF2B5EF4-FFF2-40B4-BE49-F238E27FC236}">
                <a16:creationId xmlns:a16="http://schemas.microsoft.com/office/drawing/2014/main" id="{8CD7CD52-CA97-47A0-9BFD-23ADEB1AFC24}"/>
              </a:ext>
            </a:extLst>
          </p:cNvPr>
          <p:cNvSpPr>
            <a:spLocks noGrp="1"/>
          </p:cNvSpPr>
          <p:nvPr>
            <p:ph type="dt" idx="10"/>
          </p:nvPr>
        </p:nvSpPr>
        <p:spPr>
          <a:xfrm>
            <a:off x="838200" y="6356350"/>
            <a:ext cx="2743200" cy="365125"/>
          </a:xfrm>
          <a:prstGeom prst="rect">
            <a:avLst/>
          </a:prstGeom>
        </p:spPr>
        <p:txBody>
          <a:bodyPr/>
          <a:lstStyle/>
          <a:p>
            <a:endParaRPr/>
          </a:p>
        </p:txBody>
      </p:sp>
      <p:sp>
        <p:nvSpPr>
          <p:cNvPr id="4" name="页脚占位符 3">
            <a:extLst>
              <a:ext uri="{FF2B5EF4-FFF2-40B4-BE49-F238E27FC236}">
                <a16:creationId xmlns:a16="http://schemas.microsoft.com/office/drawing/2014/main" id="{42605B3F-0B0C-44B4-A89E-8D6810F5D802}"/>
              </a:ext>
            </a:extLst>
          </p:cNvPr>
          <p:cNvSpPr>
            <a:spLocks noGrp="1"/>
          </p:cNvSpPr>
          <p:nvPr>
            <p:ph type="ftr" idx="11"/>
          </p:nvPr>
        </p:nvSpPr>
        <p:spPr>
          <a:xfrm>
            <a:off x="4038600" y="6356350"/>
            <a:ext cx="4114800" cy="365125"/>
          </a:xfrm>
          <a:prstGeom prst="rect">
            <a:avLst/>
          </a:prstGeom>
        </p:spPr>
        <p:txBody>
          <a:bodyPr/>
          <a:lstStyle/>
          <a:p>
            <a:endParaRPr/>
          </a:p>
        </p:txBody>
      </p:sp>
      <p:sp>
        <p:nvSpPr>
          <p:cNvPr id="5" name="灯片编号占位符 4">
            <a:extLst>
              <a:ext uri="{FF2B5EF4-FFF2-40B4-BE49-F238E27FC236}">
                <a16:creationId xmlns:a16="http://schemas.microsoft.com/office/drawing/2014/main" id="{53D7C381-F079-4F18-A0C2-B1F167FEEBA1}"/>
              </a:ext>
            </a:extLst>
          </p:cNvPr>
          <p:cNvSpPr>
            <a:spLocks noGrp="1"/>
          </p:cNvSpPr>
          <p:nvPr>
            <p:ph type="sldNum" idx="12"/>
          </p:nvPr>
        </p:nvSpPr>
        <p:spPr/>
        <p:txBody>
          <a:bodyPr/>
          <a:lstStyle/>
          <a:p>
            <a:fld id="{BCBF23B6-F635-451E-A49C-23E20F83D235}" type="slidenum">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42EAC0F-7A04-40FE-9E82-1C720BBA0A0A}"/>
              </a:ext>
            </a:extLst>
          </p:cNvPr>
          <p:cNvSpPr>
            <a:spLocks noGrp="1"/>
          </p:cNvSpPr>
          <p:nvPr>
            <p:ph type="dt" idx="10"/>
          </p:nvPr>
        </p:nvSpPr>
        <p:spPr>
          <a:xfrm>
            <a:off x="838200" y="6356350"/>
            <a:ext cx="2743200" cy="365125"/>
          </a:xfrm>
          <a:prstGeom prst="rect">
            <a:avLst/>
          </a:prstGeom>
        </p:spPr>
        <p:txBody>
          <a:bodyPr/>
          <a:lstStyle/>
          <a:p>
            <a:endParaRPr/>
          </a:p>
        </p:txBody>
      </p:sp>
      <p:sp>
        <p:nvSpPr>
          <p:cNvPr id="3" name="页脚占位符 2">
            <a:extLst>
              <a:ext uri="{FF2B5EF4-FFF2-40B4-BE49-F238E27FC236}">
                <a16:creationId xmlns:a16="http://schemas.microsoft.com/office/drawing/2014/main" id="{D30399B2-9851-4EA0-9A03-D27DC0A2CA48}"/>
              </a:ext>
            </a:extLst>
          </p:cNvPr>
          <p:cNvSpPr>
            <a:spLocks noGrp="1"/>
          </p:cNvSpPr>
          <p:nvPr>
            <p:ph type="ftr" idx="11"/>
          </p:nvPr>
        </p:nvSpPr>
        <p:spPr>
          <a:xfrm>
            <a:off x="4038600" y="6356350"/>
            <a:ext cx="4114800" cy="365125"/>
          </a:xfrm>
          <a:prstGeom prst="rect">
            <a:avLst/>
          </a:prstGeom>
        </p:spPr>
        <p:txBody>
          <a:bodyPr/>
          <a:lstStyle/>
          <a:p>
            <a:endParaRPr/>
          </a:p>
        </p:txBody>
      </p:sp>
      <p:sp>
        <p:nvSpPr>
          <p:cNvPr id="4" name="灯片编号占位符 3">
            <a:extLst>
              <a:ext uri="{FF2B5EF4-FFF2-40B4-BE49-F238E27FC236}">
                <a16:creationId xmlns:a16="http://schemas.microsoft.com/office/drawing/2014/main" id="{330F7C33-8DA9-45E3-80A9-D6919E9DCF34}"/>
              </a:ext>
            </a:extLst>
          </p:cNvPr>
          <p:cNvSpPr>
            <a:spLocks noGrp="1"/>
          </p:cNvSpPr>
          <p:nvPr>
            <p:ph type="sldNum" idx="12"/>
          </p:nvPr>
        </p:nvSpPr>
        <p:spPr/>
        <p:txBody>
          <a:bodyPr/>
          <a:lstStyle/>
          <a:p>
            <a:fld id="{BCBF23B6-F635-451E-A49C-23E20F83D235}" type="slidenum">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C2ABFA-01E7-4DA4-9C98-7BBD82E745F0}"/>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内容占位符 2">
            <a:extLst>
              <a:ext uri="{FF2B5EF4-FFF2-40B4-BE49-F238E27FC236}">
                <a16:creationId xmlns:a16="http://schemas.microsoft.com/office/drawing/2014/main" id="{90CBA8F1-5478-46D1-AF80-DD4E62FFD59F}"/>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编辑母版文本样式</a:t>
            </a:r>
          </a:p>
          <a:p>
            <a:pPr>
              <a:buNone/>
            </a:pPr>
            <a:r>
              <a:t>第二级</a:t>
            </a:r>
          </a:p>
          <a:p>
            <a:pPr>
              <a:buNone/>
            </a:pPr>
            <a:r>
              <a:t>第三级</a:t>
            </a:r>
          </a:p>
          <a:p>
            <a:pPr>
              <a:buNone/>
            </a:pPr>
            <a:r>
              <a:t>第四级</a:t>
            </a:r>
          </a:p>
          <a:p>
            <a:pPr>
              <a:buNone/>
            </a:pPr>
            <a:r>
              <a:t>第五级</a:t>
            </a:r>
          </a:p>
        </p:txBody>
      </p:sp>
      <p:sp>
        <p:nvSpPr>
          <p:cNvPr id="4" name="文本占位符 3">
            <a:extLst>
              <a:ext uri="{FF2B5EF4-FFF2-40B4-BE49-F238E27FC236}">
                <a16:creationId xmlns:a16="http://schemas.microsoft.com/office/drawing/2014/main" id="{EA4BCDD7-6757-4A94-BE1F-2C8F23FCADCA}"/>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编辑母版文本样式</a:t>
            </a:r>
          </a:p>
        </p:txBody>
      </p:sp>
      <p:sp>
        <p:nvSpPr>
          <p:cNvPr id="5" name="日期占位符 4">
            <a:extLst>
              <a:ext uri="{FF2B5EF4-FFF2-40B4-BE49-F238E27FC236}">
                <a16:creationId xmlns:a16="http://schemas.microsoft.com/office/drawing/2014/main" id="{ABD20BB2-125A-4CAA-92BF-9920ECA743B8}"/>
              </a:ext>
            </a:extLst>
          </p:cNvPr>
          <p:cNvSpPr>
            <a:spLocks noGrp="1"/>
          </p:cNvSpPr>
          <p:nvPr>
            <p:ph type="dt" idx="10"/>
          </p:nvPr>
        </p:nvSpPr>
        <p:spPr>
          <a:xfrm>
            <a:off x="838200" y="6356350"/>
            <a:ext cx="2743200" cy="365125"/>
          </a:xfrm>
          <a:prstGeom prst="rect">
            <a:avLst/>
          </a:prstGeom>
        </p:spPr>
        <p:txBody>
          <a:bodyPr/>
          <a:lstStyle/>
          <a:p>
            <a:endParaRPr/>
          </a:p>
        </p:txBody>
      </p:sp>
      <p:sp>
        <p:nvSpPr>
          <p:cNvPr id="6" name="页脚占位符 5">
            <a:extLst>
              <a:ext uri="{FF2B5EF4-FFF2-40B4-BE49-F238E27FC236}">
                <a16:creationId xmlns:a16="http://schemas.microsoft.com/office/drawing/2014/main" id="{130EECE7-5499-4C0F-9755-F42BD3A1EBA1}"/>
              </a:ext>
            </a:extLst>
          </p:cNvPr>
          <p:cNvSpPr>
            <a:spLocks noGrp="1"/>
          </p:cNvSpPr>
          <p:nvPr>
            <p:ph type="ftr" idx="11"/>
          </p:nvPr>
        </p:nvSpPr>
        <p:spPr>
          <a:xfrm>
            <a:off x="4038600" y="6356350"/>
            <a:ext cx="4114800" cy="365125"/>
          </a:xfrm>
          <a:prstGeom prst="rect">
            <a:avLst/>
          </a:prstGeom>
        </p:spPr>
        <p:txBody>
          <a:bodyPr/>
          <a:lstStyle/>
          <a:p>
            <a:endParaRPr/>
          </a:p>
        </p:txBody>
      </p:sp>
      <p:sp>
        <p:nvSpPr>
          <p:cNvPr id="7" name="灯片编号占位符 6">
            <a:extLst>
              <a:ext uri="{FF2B5EF4-FFF2-40B4-BE49-F238E27FC236}">
                <a16:creationId xmlns:a16="http://schemas.microsoft.com/office/drawing/2014/main" id="{94B9496F-C241-4589-A10D-2C84890AD8AD}"/>
              </a:ext>
            </a:extLst>
          </p:cNvPr>
          <p:cNvSpPr>
            <a:spLocks noGrp="1"/>
          </p:cNvSpPr>
          <p:nvPr>
            <p:ph type="sldNum" idx="12"/>
          </p:nvPr>
        </p:nvSpPr>
        <p:spPr/>
        <p:txBody>
          <a:bodyPr/>
          <a:lstStyle/>
          <a:p>
            <a:fld id="{BCBF23B6-F635-451E-A49C-23E20F83D235}" type="slidenum">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C58AD4-1EC0-4CC7-8BFF-E60154AFF16A}"/>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图片占位符 2">
            <a:extLst>
              <a:ext uri="{FF2B5EF4-FFF2-40B4-BE49-F238E27FC236}">
                <a16:creationId xmlns:a16="http://schemas.microsoft.com/office/drawing/2014/main" id="{5B55A6FF-B688-43EE-94C6-AFB5DE5869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文本占位符 3">
            <a:extLst>
              <a:ext uri="{FF2B5EF4-FFF2-40B4-BE49-F238E27FC236}">
                <a16:creationId xmlns:a16="http://schemas.microsoft.com/office/drawing/2014/main" id="{6E33B901-EFC9-41EA-9A15-02EFF1EE75C4}"/>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编辑母版文本样式</a:t>
            </a:r>
          </a:p>
        </p:txBody>
      </p:sp>
      <p:sp>
        <p:nvSpPr>
          <p:cNvPr id="5" name="日期占位符 4">
            <a:extLst>
              <a:ext uri="{FF2B5EF4-FFF2-40B4-BE49-F238E27FC236}">
                <a16:creationId xmlns:a16="http://schemas.microsoft.com/office/drawing/2014/main" id="{CFD3F4B6-B685-4FA3-B3D5-223C783C7083}"/>
              </a:ext>
            </a:extLst>
          </p:cNvPr>
          <p:cNvSpPr>
            <a:spLocks noGrp="1"/>
          </p:cNvSpPr>
          <p:nvPr>
            <p:ph type="dt" idx="10"/>
          </p:nvPr>
        </p:nvSpPr>
        <p:spPr>
          <a:xfrm>
            <a:off x="838200" y="6356350"/>
            <a:ext cx="2743200" cy="365125"/>
          </a:xfrm>
          <a:prstGeom prst="rect">
            <a:avLst/>
          </a:prstGeom>
        </p:spPr>
        <p:txBody>
          <a:bodyPr/>
          <a:lstStyle/>
          <a:p>
            <a:endParaRPr/>
          </a:p>
        </p:txBody>
      </p:sp>
      <p:sp>
        <p:nvSpPr>
          <p:cNvPr id="6" name="页脚占位符 5">
            <a:extLst>
              <a:ext uri="{FF2B5EF4-FFF2-40B4-BE49-F238E27FC236}">
                <a16:creationId xmlns:a16="http://schemas.microsoft.com/office/drawing/2014/main" id="{1B5BB3BC-386C-4074-B62E-BFF8A5D7F106}"/>
              </a:ext>
            </a:extLst>
          </p:cNvPr>
          <p:cNvSpPr>
            <a:spLocks noGrp="1"/>
          </p:cNvSpPr>
          <p:nvPr>
            <p:ph type="ftr" idx="11"/>
          </p:nvPr>
        </p:nvSpPr>
        <p:spPr>
          <a:xfrm>
            <a:off x="4038600" y="6356350"/>
            <a:ext cx="4114800" cy="365125"/>
          </a:xfrm>
          <a:prstGeom prst="rect">
            <a:avLst/>
          </a:prstGeom>
        </p:spPr>
        <p:txBody>
          <a:bodyPr/>
          <a:lstStyle/>
          <a:p>
            <a:endParaRPr/>
          </a:p>
        </p:txBody>
      </p:sp>
      <p:sp>
        <p:nvSpPr>
          <p:cNvPr id="7" name="灯片编号占位符 6">
            <a:extLst>
              <a:ext uri="{FF2B5EF4-FFF2-40B4-BE49-F238E27FC236}">
                <a16:creationId xmlns:a16="http://schemas.microsoft.com/office/drawing/2014/main" id="{13EF7339-5AD0-4E0C-8A10-7F40F4ED9785}"/>
              </a:ext>
            </a:extLst>
          </p:cNvPr>
          <p:cNvSpPr>
            <a:spLocks noGrp="1"/>
          </p:cNvSpPr>
          <p:nvPr>
            <p:ph type="sldNum" idx="12"/>
          </p:nvPr>
        </p:nvSpPr>
        <p:spPr/>
        <p:txBody>
          <a:bodyPr/>
          <a:lstStyle/>
          <a:p>
            <a:fld id="{BCBF23B6-F635-451E-A49C-23E20F83D235}" type="slidenum">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9DA9DE-F17E-4EB6-A3C3-DC350B40C4C9}"/>
              </a:ext>
            </a:extLst>
          </p:cNvPr>
          <p:cNvSpPr>
            <a:spLocks noGrp="1"/>
          </p:cNvSpPr>
          <p:nvPr>
            <p:ph type="title"/>
          </p:nvPr>
        </p:nvSpPr>
        <p:spPr/>
        <p:txBody>
          <a:bodyPr/>
          <a:lstStyle/>
          <a:p>
            <a:r>
              <a:t>单击此处编辑母版标题样式</a:t>
            </a:r>
          </a:p>
        </p:txBody>
      </p:sp>
      <p:sp>
        <p:nvSpPr>
          <p:cNvPr id="3" name="竖排文字占位符 2">
            <a:extLst>
              <a:ext uri="{FF2B5EF4-FFF2-40B4-BE49-F238E27FC236}">
                <a16:creationId xmlns:a16="http://schemas.microsoft.com/office/drawing/2014/main" id="{54208954-C963-46D7-A796-36E75A14F500}"/>
              </a:ext>
            </a:extLst>
          </p:cNvPr>
          <p:cNvSpPr>
            <a:spLocks noGrp="1"/>
          </p:cNvSpPr>
          <p:nvPr>
            <p:ph type="body" idx="1"/>
          </p:nvPr>
        </p:nvSpPr>
        <p:spPr/>
        <p:txBody>
          <a:bodyPr vert="eaVert"/>
          <a:lstStyle/>
          <a:p>
            <a:pPr>
              <a:buNone/>
            </a:pPr>
            <a:r>
              <a:t>编辑母版文本样式</a:t>
            </a:r>
          </a:p>
          <a:p>
            <a:pPr>
              <a:buNone/>
            </a:pPr>
            <a:r>
              <a:t>第二级</a:t>
            </a:r>
          </a:p>
          <a:p>
            <a:pPr>
              <a:buNone/>
            </a:pPr>
            <a:r>
              <a:t>第三级</a:t>
            </a:r>
          </a:p>
          <a:p>
            <a:pPr>
              <a:buNone/>
            </a:pPr>
            <a:r>
              <a:t>第四级</a:t>
            </a:r>
          </a:p>
          <a:p>
            <a:pPr>
              <a:buNone/>
            </a:pPr>
            <a:r>
              <a:t>第五级</a:t>
            </a:r>
          </a:p>
        </p:txBody>
      </p:sp>
      <p:sp>
        <p:nvSpPr>
          <p:cNvPr id="4" name="日期占位符 3">
            <a:extLst>
              <a:ext uri="{FF2B5EF4-FFF2-40B4-BE49-F238E27FC236}">
                <a16:creationId xmlns:a16="http://schemas.microsoft.com/office/drawing/2014/main" id="{65B97BB9-C16A-4BA2-83E6-6EC0BE3C1749}"/>
              </a:ext>
            </a:extLst>
          </p:cNvPr>
          <p:cNvSpPr>
            <a:spLocks noGrp="1"/>
          </p:cNvSpPr>
          <p:nvPr>
            <p:ph type="dt" idx="10"/>
          </p:nvPr>
        </p:nvSpPr>
        <p:spPr>
          <a:xfrm>
            <a:off x="838200" y="6356350"/>
            <a:ext cx="2743200" cy="365125"/>
          </a:xfrm>
          <a:prstGeom prst="rect">
            <a:avLst/>
          </a:prstGeom>
        </p:spPr>
        <p:txBody>
          <a:bodyPr/>
          <a:lstStyle/>
          <a:p>
            <a:endParaRPr/>
          </a:p>
        </p:txBody>
      </p:sp>
      <p:sp>
        <p:nvSpPr>
          <p:cNvPr id="5" name="页脚占位符 4">
            <a:extLst>
              <a:ext uri="{FF2B5EF4-FFF2-40B4-BE49-F238E27FC236}">
                <a16:creationId xmlns:a16="http://schemas.microsoft.com/office/drawing/2014/main" id="{57D7902F-EC3E-4ABC-BB32-0F23F7BE86EC}"/>
              </a:ext>
            </a:extLst>
          </p:cNvPr>
          <p:cNvSpPr>
            <a:spLocks noGrp="1"/>
          </p:cNvSpPr>
          <p:nvPr>
            <p:ph type="ftr" idx="11"/>
          </p:nvPr>
        </p:nvSpPr>
        <p:spPr>
          <a:xfrm>
            <a:off x="4038600" y="6356350"/>
            <a:ext cx="4114800" cy="365125"/>
          </a:xfrm>
          <a:prstGeom prst="rect">
            <a:avLst/>
          </a:prstGeom>
        </p:spPr>
        <p:txBody>
          <a:bodyPr/>
          <a:lstStyle/>
          <a:p>
            <a:endParaRPr/>
          </a:p>
        </p:txBody>
      </p:sp>
      <p:sp>
        <p:nvSpPr>
          <p:cNvPr id="6" name="灯片编号占位符 5">
            <a:extLst>
              <a:ext uri="{FF2B5EF4-FFF2-40B4-BE49-F238E27FC236}">
                <a16:creationId xmlns:a16="http://schemas.microsoft.com/office/drawing/2014/main" id="{1FADBCED-AFB6-47BC-8074-0BA1F53B1770}"/>
              </a:ext>
            </a:extLst>
          </p:cNvPr>
          <p:cNvSpPr>
            <a:spLocks noGrp="1"/>
          </p:cNvSpPr>
          <p:nvPr>
            <p:ph type="sldNum" idx="12"/>
          </p:nvPr>
        </p:nvSpPr>
        <p:spPr/>
        <p:txBody>
          <a:bodyPr/>
          <a:lstStyle/>
          <a:p>
            <a:fld id="{BCBF23B6-F635-451E-A49C-23E20F83D235}" type="slidenum">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F97C083-EC31-4856-AC78-7960B385F416}"/>
              </a:ext>
            </a:extLst>
          </p:cNvPr>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a:extLst>
              <a:ext uri="{FF2B5EF4-FFF2-40B4-BE49-F238E27FC236}">
                <a16:creationId xmlns:a16="http://schemas.microsoft.com/office/drawing/2014/main" id="{6F95A324-D3BA-4048-A5F5-63514AACC9C0}"/>
              </a:ext>
            </a:extLst>
          </p:cNvPr>
          <p:cNvSpPr>
            <a:spLocks noGrp="1"/>
          </p:cNvSpPr>
          <p:nvPr>
            <p:ph type="body" idx="1"/>
          </p:nvPr>
        </p:nvSpPr>
        <p:spPr>
          <a:xfrm>
            <a:off x="838200" y="365125"/>
            <a:ext cx="7734300" cy="5811838"/>
          </a:xfrm>
        </p:spPr>
        <p:txBody>
          <a:bodyPr vert="eaVert"/>
          <a:lstStyle/>
          <a:p>
            <a:pPr>
              <a:buNone/>
            </a:pPr>
            <a:r>
              <a:t>编辑母版文本样式</a:t>
            </a:r>
          </a:p>
          <a:p>
            <a:pPr>
              <a:buNone/>
            </a:pPr>
            <a:r>
              <a:t>第二级</a:t>
            </a:r>
          </a:p>
          <a:p>
            <a:pPr>
              <a:buNone/>
            </a:pPr>
            <a:r>
              <a:t>第三级</a:t>
            </a:r>
          </a:p>
          <a:p>
            <a:pPr>
              <a:buNone/>
            </a:pPr>
            <a:r>
              <a:t>第四级</a:t>
            </a:r>
          </a:p>
          <a:p>
            <a:pPr>
              <a:buNone/>
            </a:pPr>
            <a:r>
              <a:t>第五级</a:t>
            </a:r>
          </a:p>
        </p:txBody>
      </p:sp>
      <p:sp>
        <p:nvSpPr>
          <p:cNvPr id="4" name="日期占位符 3">
            <a:extLst>
              <a:ext uri="{FF2B5EF4-FFF2-40B4-BE49-F238E27FC236}">
                <a16:creationId xmlns:a16="http://schemas.microsoft.com/office/drawing/2014/main" id="{527E296C-AAEE-48EA-AD89-CFE4CFFCE237}"/>
              </a:ext>
            </a:extLst>
          </p:cNvPr>
          <p:cNvSpPr>
            <a:spLocks noGrp="1"/>
          </p:cNvSpPr>
          <p:nvPr>
            <p:ph type="dt" idx="10"/>
          </p:nvPr>
        </p:nvSpPr>
        <p:spPr>
          <a:xfrm>
            <a:off x="838200" y="6356350"/>
            <a:ext cx="2743200" cy="365125"/>
          </a:xfrm>
          <a:prstGeom prst="rect">
            <a:avLst/>
          </a:prstGeom>
        </p:spPr>
        <p:txBody>
          <a:bodyPr/>
          <a:lstStyle/>
          <a:p>
            <a:endParaRPr/>
          </a:p>
        </p:txBody>
      </p:sp>
      <p:sp>
        <p:nvSpPr>
          <p:cNvPr id="5" name="页脚占位符 4">
            <a:extLst>
              <a:ext uri="{FF2B5EF4-FFF2-40B4-BE49-F238E27FC236}">
                <a16:creationId xmlns:a16="http://schemas.microsoft.com/office/drawing/2014/main" id="{D3F16950-F574-4533-9001-6086C62F89D9}"/>
              </a:ext>
            </a:extLst>
          </p:cNvPr>
          <p:cNvSpPr>
            <a:spLocks noGrp="1"/>
          </p:cNvSpPr>
          <p:nvPr>
            <p:ph type="ftr" idx="11"/>
          </p:nvPr>
        </p:nvSpPr>
        <p:spPr>
          <a:xfrm>
            <a:off x="4038600" y="6356350"/>
            <a:ext cx="4114800" cy="365125"/>
          </a:xfrm>
          <a:prstGeom prst="rect">
            <a:avLst/>
          </a:prstGeom>
        </p:spPr>
        <p:txBody>
          <a:bodyPr/>
          <a:lstStyle/>
          <a:p>
            <a:endParaRPr/>
          </a:p>
        </p:txBody>
      </p:sp>
      <p:sp>
        <p:nvSpPr>
          <p:cNvPr id="6" name="灯片编号占位符 5">
            <a:extLst>
              <a:ext uri="{FF2B5EF4-FFF2-40B4-BE49-F238E27FC236}">
                <a16:creationId xmlns:a16="http://schemas.microsoft.com/office/drawing/2014/main" id="{8BAB0F32-0519-4FA8-A07B-D6859F8831A2}"/>
              </a:ext>
            </a:extLst>
          </p:cNvPr>
          <p:cNvSpPr>
            <a:spLocks noGrp="1"/>
          </p:cNvSpPr>
          <p:nvPr>
            <p:ph type="sldNum" idx="12"/>
          </p:nvPr>
        </p:nvSpPr>
        <p:spPr/>
        <p:txBody>
          <a:bodyPr/>
          <a:lstStyle/>
          <a:p>
            <a:fld id="{BCBF23B6-F635-451E-A49C-23E20F83D235}" type="slidenum">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8AE89-285D-4C76-A98F-4F062FD9DBD8}"/>
              </a:ext>
            </a:extLst>
          </p:cNvPr>
          <p:cNvSpPr>
            <a:spLocks noGrp="1"/>
          </p:cNvSpPr>
          <p:nvPr>
            <p:ph type="ctrTitle"/>
          </p:nvPr>
        </p:nvSpPr>
        <p:spPr>
          <a:xfrm>
            <a:off x="1524000" y="1122363"/>
            <a:ext cx="9144000" cy="2387600"/>
          </a:xfrm>
        </p:spPr>
        <p:txBody>
          <a:bodyPr anchor="b"/>
          <a:lstStyle>
            <a:lvl1pPr algn="ctr">
              <a:buNone/>
              <a:defRPr sz="6000"/>
            </a:lvl1pPr>
          </a:lstStyle>
          <a:p>
            <a:r>
              <a:t>单击此处编辑母版标题样式</a:t>
            </a:r>
          </a:p>
        </p:txBody>
      </p:sp>
      <p:sp>
        <p:nvSpPr>
          <p:cNvPr id="3" name="Subtitle 2">
            <a:extLst>
              <a:ext uri="{FF2B5EF4-FFF2-40B4-BE49-F238E27FC236}">
                <a16:creationId xmlns:a16="http://schemas.microsoft.com/office/drawing/2014/main" id="{CF839422-71FE-4EB8-B846-E365D8E935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0917D-6557-4464-8B20-E8F16830BBCB}"/>
              </a:ext>
            </a:extLst>
          </p:cNvPr>
          <p:cNvSpPr>
            <a:spLocks noGrp="1"/>
          </p:cNvSpPr>
          <p:nvPr>
            <p:ph type="title"/>
          </p:nvPr>
        </p:nvSpPr>
        <p:spPr/>
        <p:txBody>
          <a:bodyPr/>
          <a:lstStyle/>
          <a:p>
            <a:r>
              <a:t>单击此处编辑母版标题样式</a:t>
            </a:r>
          </a:p>
        </p:txBody>
      </p:sp>
      <p:sp>
        <p:nvSpPr>
          <p:cNvPr id="3" name="Content Placeholder 2">
            <a:extLst>
              <a:ext uri="{FF2B5EF4-FFF2-40B4-BE49-F238E27FC236}">
                <a16:creationId xmlns:a16="http://schemas.microsoft.com/office/drawing/2014/main" id="{1B46BD91-1D4C-464C-9C10-89845F27284A}"/>
              </a:ext>
            </a:extLst>
          </p:cNvPr>
          <p:cNvSpPr>
            <a:spLocks noGrp="1"/>
          </p:cNvSpPr>
          <p:nvPr>
            <p:ph idx="1"/>
          </p:nvPr>
        </p:nvSpPr>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9" name="Slide Number Placeholder 5">
            <a:extLst>
              <a:ext uri="{FF2B5EF4-FFF2-40B4-BE49-F238E27FC236}">
                <a16:creationId xmlns:a16="http://schemas.microsoft.com/office/drawing/2014/main" id="{E26A53E4-2E7E-6761-DAA9-31BB451D70A3}"/>
              </a:ext>
            </a:extLst>
          </p:cNvPr>
          <p:cNvSpPr>
            <a:spLocks noGrp="1"/>
          </p:cNvSpPr>
          <p:nvPr>
            <p:ph type="sldNum" idx="12"/>
          </p:nvPr>
        </p:nvSpPr>
        <p:spPr>
          <a:xfrm>
            <a:off x="10632504" y="6356350"/>
            <a:ext cx="578496" cy="365125"/>
          </a:xfrm>
          <a:prstGeom prst="rect">
            <a:avLst/>
          </a:prstGeom>
        </p:spPr>
        <p:txBody>
          <a:bodyPr/>
          <a:lstStyle>
            <a:lvl1pPr>
              <a:buNone/>
              <a:defRPr>
                <a:solidFill>
                  <a:schemeClr val="accent6">
                    <a:lumMod val="75000"/>
                  </a:schemeClr>
                </a:solidFill>
              </a:defRPr>
            </a:lvl1pPr>
          </a:lstStyle>
          <a:p>
            <a:fld id="{48F63A3B-78C7-47BE-AE5E-E10140E04643}" type="slidenum">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FC40A-77C6-4CA5-B87C-F87C3239B190}"/>
              </a:ext>
            </a:extLst>
          </p:cNvPr>
          <p:cNvSpPr>
            <a:spLocks noGrp="1"/>
          </p:cNvSpPr>
          <p:nvPr>
            <p:ph type="title"/>
          </p:nvPr>
        </p:nvSpPr>
        <p:spPr>
          <a:xfrm>
            <a:off x="831850" y="1709738"/>
            <a:ext cx="10515600" cy="2852737"/>
          </a:xfrm>
        </p:spPr>
        <p:txBody>
          <a:bodyPr anchor="b"/>
          <a:lstStyle>
            <a:lvl1pPr>
              <a:buNone/>
              <a:defRPr sz="6000"/>
            </a:lvl1pPr>
          </a:lstStyle>
          <a:p>
            <a:r>
              <a:t>单击此处编辑母版标题样式</a:t>
            </a:r>
          </a:p>
        </p:txBody>
      </p:sp>
      <p:sp>
        <p:nvSpPr>
          <p:cNvPr id="3" name="Text Placeholder 2">
            <a:extLst>
              <a:ext uri="{FF2B5EF4-FFF2-40B4-BE49-F238E27FC236}">
                <a16:creationId xmlns:a16="http://schemas.microsoft.com/office/drawing/2014/main" id="{37A68F5E-1B43-4C7D-A3A8-699DC33219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buNone/>
            </a:pPr>
            <a:r>
              <a:t>单击此处编辑母版文本样式</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EE38A-AF5E-4FA9-B8B6-4B78F8680E10}"/>
              </a:ext>
            </a:extLst>
          </p:cNvPr>
          <p:cNvSpPr>
            <a:spLocks noGrp="1"/>
          </p:cNvSpPr>
          <p:nvPr>
            <p:ph type="title"/>
          </p:nvPr>
        </p:nvSpPr>
        <p:spPr/>
        <p:txBody>
          <a:bodyPr/>
          <a:lstStyle/>
          <a:p>
            <a:r>
              <a:t>单击此处编辑母版标题样式</a:t>
            </a:r>
          </a:p>
        </p:txBody>
      </p:sp>
      <p:sp>
        <p:nvSpPr>
          <p:cNvPr id="3" name="Content Placeholder 2">
            <a:extLst>
              <a:ext uri="{FF2B5EF4-FFF2-40B4-BE49-F238E27FC236}">
                <a16:creationId xmlns:a16="http://schemas.microsoft.com/office/drawing/2014/main" id="{7B6020BC-85D0-484C-B485-E5A365858D18}"/>
              </a:ext>
            </a:extLst>
          </p:cNvPr>
          <p:cNvSpPr>
            <a:spLocks noGrp="1"/>
          </p:cNvSpPr>
          <p:nvPr>
            <p:ph idx="1"/>
          </p:nvPr>
        </p:nvSpPr>
        <p:spPr>
          <a:xfrm>
            <a:off x="838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Content Placeholder 3">
            <a:extLst>
              <a:ext uri="{FF2B5EF4-FFF2-40B4-BE49-F238E27FC236}">
                <a16:creationId xmlns:a16="http://schemas.microsoft.com/office/drawing/2014/main" id="{7F754182-A24B-4F25-A06B-461EEBC92B43}"/>
              </a:ext>
            </a:extLst>
          </p:cNvPr>
          <p:cNvSpPr>
            <a:spLocks noGrp="1"/>
          </p:cNvSpPr>
          <p:nvPr>
            <p:ph idx="2"/>
          </p:nvPr>
        </p:nvSpPr>
        <p:spPr>
          <a:xfrm>
            <a:off x="6172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8" name="Slide Number Placeholder 5">
            <a:extLst>
              <a:ext uri="{FF2B5EF4-FFF2-40B4-BE49-F238E27FC236}">
                <a16:creationId xmlns:a16="http://schemas.microsoft.com/office/drawing/2014/main" id="{C3D6F547-CB7E-ED33-215D-B6663DC4C6BB}"/>
              </a:ext>
            </a:extLst>
          </p:cNvPr>
          <p:cNvSpPr>
            <a:spLocks noGrp="1"/>
          </p:cNvSpPr>
          <p:nvPr>
            <p:ph type="sldNum" idx="12"/>
          </p:nvPr>
        </p:nvSpPr>
        <p:spPr>
          <a:xfrm>
            <a:off x="10632504" y="6356350"/>
            <a:ext cx="578496" cy="365125"/>
          </a:xfrm>
          <a:prstGeom prst="rect">
            <a:avLst/>
          </a:prstGeom>
        </p:spPr>
        <p:txBody>
          <a:bodyPr/>
          <a:lstStyle>
            <a:lvl1pPr>
              <a:buNone/>
              <a:defRPr>
                <a:solidFill>
                  <a:schemeClr val="accent6">
                    <a:lumMod val="75000"/>
                  </a:schemeClr>
                </a:solidFill>
              </a:defRPr>
            </a:lvl1pPr>
          </a:lstStyle>
          <a:p>
            <a:fld id="{48F63A3B-78C7-47BE-AE5E-E10140E04643}" type="slidenum">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74D47-6E15-4286-AA16-3766131BEE35}"/>
              </a:ext>
            </a:extLst>
          </p:cNvPr>
          <p:cNvSpPr>
            <a:spLocks noGrp="1"/>
          </p:cNvSpPr>
          <p:nvPr>
            <p:ph type="title"/>
          </p:nvPr>
        </p:nvSpPr>
        <p:spPr>
          <a:xfrm>
            <a:off x="839788" y="365125"/>
            <a:ext cx="10515600" cy="1325563"/>
          </a:xfrm>
        </p:spPr>
        <p:txBody>
          <a:bodyPr/>
          <a:lstStyle/>
          <a:p>
            <a:r>
              <a:t>单击此处编辑母版标题样式</a:t>
            </a:r>
          </a:p>
        </p:txBody>
      </p:sp>
      <p:sp>
        <p:nvSpPr>
          <p:cNvPr id="3" name="Text Placeholder 2">
            <a:extLst>
              <a:ext uri="{FF2B5EF4-FFF2-40B4-BE49-F238E27FC236}">
                <a16:creationId xmlns:a16="http://schemas.microsoft.com/office/drawing/2014/main" id="{D3DA37C6-F148-4960-83FF-5620AAA5CE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单击此处编辑母版文本样式</a:t>
            </a:r>
          </a:p>
        </p:txBody>
      </p:sp>
      <p:sp>
        <p:nvSpPr>
          <p:cNvPr id="4" name="Content Placeholder 3">
            <a:extLst>
              <a:ext uri="{FF2B5EF4-FFF2-40B4-BE49-F238E27FC236}">
                <a16:creationId xmlns:a16="http://schemas.microsoft.com/office/drawing/2014/main" id="{3C3BBE87-636E-49B6-82E8-C74209B7D796}"/>
              </a:ext>
            </a:extLst>
          </p:cNvPr>
          <p:cNvSpPr>
            <a:spLocks noGrp="1"/>
          </p:cNvSpPr>
          <p:nvPr>
            <p:ph idx="2"/>
          </p:nvPr>
        </p:nvSpPr>
        <p:spPr>
          <a:xfrm>
            <a:off x="839788" y="2505075"/>
            <a:ext cx="5157787"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5" name="Text Placeholder 4">
            <a:extLst>
              <a:ext uri="{FF2B5EF4-FFF2-40B4-BE49-F238E27FC236}">
                <a16:creationId xmlns:a16="http://schemas.microsoft.com/office/drawing/2014/main" id="{5908E68A-ED28-45CB-926B-D04ED59C34A8}"/>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单击此处编辑母版文本样式</a:t>
            </a:r>
          </a:p>
        </p:txBody>
      </p:sp>
      <p:sp>
        <p:nvSpPr>
          <p:cNvPr id="6" name="Content Placeholder 5">
            <a:extLst>
              <a:ext uri="{FF2B5EF4-FFF2-40B4-BE49-F238E27FC236}">
                <a16:creationId xmlns:a16="http://schemas.microsoft.com/office/drawing/2014/main" id="{15310ED6-8306-4AB4-81BC-DCCF9809119D}"/>
              </a:ext>
            </a:extLst>
          </p:cNvPr>
          <p:cNvSpPr>
            <a:spLocks noGrp="1"/>
          </p:cNvSpPr>
          <p:nvPr>
            <p:ph idx="4"/>
          </p:nvPr>
        </p:nvSpPr>
        <p:spPr>
          <a:xfrm>
            <a:off x="6172200" y="2505075"/>
            <a:ext cx="5183188"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10" name="Slide Number Placeholder 5">
            <a:extLst>
              <a:ext uri="{FF2B5EF4-FFF2-40B4-BE49-F238E27FC236}">
                <a16:creationId xmlns:a16="http://schemas.microsoft.com/office/drawing/2014/main" id="{87842848-336D-271A-B84C-F28A87BE2FEC}"/>
              </a:ext>
            </a:extLst>
          </p:cNvPr>
          <p:cNvSpPr>
            <a:spLocks noGrp="1"/>
          </p:cNvSpPr>
          <p:nvPr>
            <p:ph type="sldNum" idx="12"/>
          </p:nvPr>
        </p:nvSpPr>
        <p:spPr>
          <a:xfrm>
            <a:off x="10632504" y="6356350"/>
            <a:ext cx="578496" cy="365125"/>
          </a:xfrm>
          <a:prstGeom prst="rect">
            <a:avLst/>
          </a:prstGeom>
        </p:spPr>
        <p:txBody>
          <a:bodyPr/>
          <a:lstStyle>
            <a:lvl1pPr>
              <a:buNone/>
              <a:defRPr>
                <a:solidFill>
                  <a:schemeClr val="accent6">
                    <a:lumMod val="75000"/>
                  </a:schemeClr>
                </a:solidFill>
              </a:defRPr>
            </a:lvl1pPr>
          </a:lstStyle>
          <a:p>
            <a:fld id="{48F63A3B-78C7-47BE-AE5E-E10140E04643}" type="slidenum">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497E8-8CF8-4AC9-8113-FF79456C1E88}"/>
              </a:ext>
            </a:extLst>
          </p:cNvPr>
          <p:cNvSpPr>
            <a:spLocks noGrp="1"/>
          </p:cNvSpPr>
          <p:nvPr>
            <p:ph type="title"/>
          </p:nvPr>
        </p:nvSpPr>
        <p:spPr/>
        <p:txBody>
          <a:bodyPr/>
          <a:lstStyle/>
          <a:p>
            <a:r>
              <a:t>单击此处编辑母版标题样式</a:t>
            </a:r>
          </a:p>
        </p:txBody>
      </p:sp>
      <p:sp>
        <p:nvSpPr>
          <p:cNvPr id="6" name="Slide Number Placeholder 5">
            <a:extLst>
              <a:ext uri="{FF2B5EF4-FFF2-40B4-BE49-F238E27FC236}">
                <a16:creationId xmlns:a16="http://schemas.microsoft.com/office/drawing/2014/main" id="{7C2C1AA5-21FB-4631-003F-6BBC2C2624D6}"/>
              </a:ext>
            </a:extLst>
          </p:cNvPr>
          <p:cNvSpPr>
            <a:spLocks noGrp="1"/>
          </p:cNvSpPr>
          <p:nvPr>
            <p:ph type="sldNum" idx="12"/>
          </p:nvPr>
        </p:nvSpPr>
        <p:spPr>
          <a:xfrm>
            <a:off x="10632504" y="6356350"/>
            <a:ext cx="578496" cy="365125"/>
          </a:xfrm>
          <a:prstGeom prst="rect">
            <a:avLst/>
          </a:prstGeom>
        </p:spPr>
        <p:txBody>
          <a:bodyPr/>
          <a:lstStyle>
            <a:lvl1pPr>
              <a:buNone/>
              <a:defRPr>
                <a:solidFill>
                  <a:schemeClr val="accent6">
                    <a:lumMod val="75000"/>
                  </a:schemeClr>
                </a:solidFill>
              </a:defRPr>
            </a:lvl1pPr>
          </a:lstStyle>
          <a:p>
            <a:fld id="{48F63A3B-78C7-47BE-AE5E-E10140E04643}" type="slidenum">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939D9D1F-D0B3-050B-970D-A2ED167212FA}"/>
              </a:ext>
            </a:extLst>
          </p:cNvPr>
          <p:cNvSpPr>
            <a:spLocks noGrp="1"/>
          </p:cNvSpPr>
          <p:nvPr>
            <p:ph type="sldNum" idx="12"/>
          </p:nvPr>
        </p:nvSpPr>
        <p:spPr>
          <a:xfrm>
            <a:off x="10632504" y="6356350"/>
            <a:ext cx="578496" cy="365125"/>
          </a:xfrm>
          <a:prstGeom prst="rect">
            <a:avLst/>
          </a:prstGeom>
        </p:spPr>
        <p:txBody>
          <a:bodyPr/>
          <a:lstStyle>
            <a:lvl1pPr>
              <a:buNone/>
              <a:defRPr>
                <a:solidFill>
                  <a:schemeClr val="accent6">
                    <a:lumMod val="75000"/>
                  </a:schemeClr>
                </a:solidFill>
              </a:defRPr>
            </a:lvl1pPr>
          </a:lstStyle>
          <a:p>
            <a:fld id="{48F63A3B-78C7-47BE-AE5E-E10140E04643}" type="slidenum">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F997E-A3CF-4D24-BC1C-6CD370021437}"/>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Content Placeholder 2">
            <a:extLst>
              <a:ext uri="{FF2B5EF4-FFF2-40B4-BE49-F238E27FC236}">
                <a16:creationId xmlns:a16="http://schemas.microsoft.com/office/drawing/2014/main" id="{B64DCD02-DB11-41E9-BB11-1D1CFD610FC7}"/>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Text Placeholder 3">
            <a:extLst>
              <a:ext uri="{FF2B5EF4-FFF2-40B4-BE49-F238E27FC236}">
                <a16:creationId xmlns:a16="http://schemas.microsoft.com/office/drawing/2014/main" id="{2558C315-D4C7-4E5B-845C-7328C031FA55}"/>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单击此处编辑母版文本样式</a:t>
            </a:r>
          </a:p>
        </p:txBody>
      </p:sp>
      <p:sp>
        <p:nvSpPr>
          <p:cNvPr id="8" name="Slide Number Placeholder 5">
            <a:extLst>
              <a:ext uri="{FF2B5EF4-FFF2-40B4-BE49-F238E27FC236}">
                <a16:creationId xmlns:a16="http://schemas.microsoft.com/office/drawing/2014/main" id="{1EDB3E4B-0AF8-4E11-A5DE-6C04DFFD3B39}"/>
              </a:ext>
            </a:extLst>
          </p:cNvPr>
          <p:cNvSpPr>
            <a:spLocks noGrp="1"/>
          </p:cNvSpPr>
          <p:nvPr>
            <p:ph type="sldNum" idx="12"/>
          </p:nvPr>
        </p:nvSpPr>
        <p:spPr>
          <a:xfrm>
            <a:off x="10632504" y="6356350"/>
            <a:ext cx="578496" cy="365125"/>
          </a:xfrm>
          <a:prstGeom prst="rect">
            <a:avLst/>
          </a:prstGeom>
        </p:spPr>
        <p:txBody>
          <a:bodyPr/>
          <a:lstStyle>
            <a:lvl1pPr>
              <a:buNone/>
              <a:defRPr>
                <a:solidFill>
                  <a:schemeClr val="accent6">
                    <a:lumMod val="75000"/>
                  </a:schemeClr>
                </a:solidFill>
              </a:defRPr>
            </a:lvl1pPr>
          </a:lstStyle>
          <a:p>
            <a:fld id="{48F63A3B-78C7-47BE-AE5E-E10140E04643}" type="slidenum">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3B4C3-1062-4C38-BB5D-44C2A7BC828C}"/>
              </a:ext>
            </a:extLst>
          </p:cNvPr>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Picture Placeholder 2">
            <a:extLst>
              <a:ext uri="{FF2B5EF4-FFF2-40B4-BE49-F238E27FC236}">
                <a16:creationId xmlns:a16="http://schemas.microsoft.com/office/drawing/2014/main" id="{4DD87C96-A8BB-4E4D-95CC-E19104EB56ED}"/>
              </a:ext>
            </a:extLst>
          </p:cNvPr>
          <p:cNvSpPr>
            <a:spLocks noGrp="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t>单击图标添加图片</a:t>
            </a:r>
          </a:p>
        </p:txBody>
      </p:sp>
      <p:sp>
        <p:nvSpPr>
          <p:cNvPr id="4" name="Text Placeholder 3">
            <a:extLst>
              <a:ext uri="{FF2B5EF4-FFF2-40B4-BE49-F238E27FC236}">
                <a16:creationId xmlns:a16="http://schemas.microsoft.com/office/drawing/2014/main" id="{F70110D4-8B03-4699-BF69-B4178A7FBB7F}"/>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单击此处编辑母版文本样式</a:t>
            </a:r>
          </a:p>
        </p:txBody>
      </p:sp>
      <p:sp>
        <p:nvSpPr>
          <p:cNvPr id="8" name="Slide Number Placeholder 5">
            <a:extLst>
              <a:ext uri="{FF2B5EF4-FFF2-40B4-BE49-F238E27FC236}">
                <a16:creationId xmlns:a16="http://schemas.microsoft.com/office/drawing/2014/main" id="{2AAA9EC0-B6FF-E653-44E8-3E8F4336A01A}"/>
              </a:ext>
            </a:extLst>
          </p:cNvPr>
          <p:cNvSpPr>
            <a:spLocks noGrp="1"/>
          </p:cNvSpPr>
          <p:nvPr>
            <p:ph type="sldNum" idx="12"/>
          </p:nvPr>
        </p:nvSpPr>
        <p:spPr>
          <a:xfrm>
            <a:off x="10632504" y="6356350"/>
            <a:ext cx="578496" cy="365125"/>
          </a:xfrm>
          <a:prstGeom prst="rect">
            <a:avLst/>
          </a:prstGeom>
        </p:spPr>
        <p:txBody>
          <a:bodyPr/>
          <a:lstStyle>
            <a:lvl1pPr>
              <a:buNone/>
              <a:defRPr>
                <a:solidFill>
                  <a:schemeClr val="accent6">
                    <a:lumMod val="75000"/>
                  </a:schemeClr>
                </a:solidFill>
              </a:defRPr>
            </a:lvl1pPr>
          </a:lstStyle>
          <a:p>
            <a:fld id="{48F63A3B-78C7-47BE-AE5E-E10140E04643}" type="slidenum">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508E8-168B-4CDF-9491-4A15DAEBD91C}"/>
              </a:ext>
            </a:extLst>
          </p:cNvPr>
          <p:cNvSpPr>
            <a:spLocks noGrp="1"/>
          </p:cNvSpPr>
          <p:nvPr>
            <p:ph type="title"/>
          </p:nvPr>
        </p:nvSpPr>
        <p:spPr/>
        <p:txBody>
          <a:bodyPr/>
          <a:lstStyle/>
          <a:p>
            <a:r>
              <a:t>单击此处编辑母版标题样式</a:t>
            </a:r>
          </a:p>
        </p:txBody>
      </p:sp>
      <p:sp>
        <p:nvSpPr>
          <p:cNvPr id="3" name="Vertical Text Placeholder 2">
            <a:extLst>
              <a:ext uri="{FF2B5EF4-FFF2-40B4-BE49-F238E27FC236}">
                <a16:creationId xmlns:a16="http://schemas.microsoft.com/office/drawing/2014/main" id="{A66717A2-90E7-4F6F-A7E8-D39F98C63507}"/>
              </a:ext>
            </a:extLst>
          </p:cNvPr>
          <p:cNvSpPr>
            <a:spLocks noGrp="1"/>
          </p:cNvSpPr>
          <p:nvPr>
            <p:ph type="body" idx="1"/>
          </p:nvPr>
        </p:nvSpPr>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7" name="Slide Number Placeholder 5">
            <a:extLst>
              <a:ext uri="{FF2B5EF4-FFF2-40B4-BE49-F238E27FC236}">
                <a16:creationId xmlns:a16="http://schemas.microsoft.com/office/drawing/2014/main" id="{F37EA7B9-2305-CCEC-5DC6-368756ED0E3A}"/>
              </a:ext>
            </a:extLst>
          </p:cNvPr>
          <p:cNvSpPr>
            <a:spLocks noGrp="1"/>
          </p:cNvSpPr>
          <p:nvPr>
            <p:ph type="sldNum" idx="12"/>
          </p:nvPr>
        </p:nvSpPr>
        <p:spPr>
          <a:xfrm>
            <a:off x="10632504" y="6356350"/>
            <a:ext cx="578496" cy="365125"/>
          </a:xfrm>
          <a:prstGeom prst="rect">
            <a:avLst/>
          </a:prstGeom>
        </p:spPr>
        <p:txBody>
          <a:bodyPr/>
          <a:lstStyle>
            <a:lvl1pPr>
              <a:buNone/>
              <a:defRPr>
                <a:solidFill>
                  <a:schemeClr val="accent6">
                    <a:lumMod val="75000"/>
                  </a:schemeClr>
                </a:solidFill>
              </a:defRPr>
            </a:lvl1pPr>
          </a:lstStyle>
          <a:p>
            <a:fld id="{48F63A3B-78C7-47BE-AE5E-E10140E04643}" type="slidenum">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4B2104-0B9C-41C2-8AD7-26317A98EE9F}"/>
              </a:ext>
            </a:extLst>
          </p:cNvPr>
          <p:cNvSpPr>
            <a:spLocks noGrp="1"/>
          </p:cNvSpPr>
          <p:nvPr>
            <p:ph type="title"/>
          </p:nvPr>
        </p:nvSpPr>
        <p:spPr>
          <a:xfrm>
            <a:off x="8724900" y="365125"/>
            <a:ext cx="2628900" cy="5811838"/>
          </a:xfrm>
        </p:spPr>
        <p:txBody>
          <a:bodyPr vert="eaVert"/>
          <a:lstStyle/>
          <a:p>
            <a:r>
              <a:t>单击此处编辑母版标题样式</a:t>
            </a:r>
          </a:p>
        </p:txBody>
      </p:sp>
      <p:sp>
        <p:nvSpPr>
          <p:cNvPr id="3" name="Vertical Text Placeholder 2">
            <a:extLst>
              <a:ext uri="{FF2B5EF4-FFF2-40B4-BE49-F238E27FC236}">
                <a16:creationId xmlns:a16="http://schemas.microsoft.com/office/drawing/2014/main" id="{C5C7B286-7398-40B4-A3AE-8514B606D38D}"/>
              </a:ext>
            </a:extLst>
          </p:cNvPr>
          <p:cNvSpPr>
            <a:spLocks noGrp="1"/>
          </p:cNvSpPr>
          <p:nvPr>
            <p:ph type="body" idx="1"/>
          </p:nvPr>
        </p:nvSpPr>
        <p:spPr>
          <a:xfrm>
            <a:off x="838200" y="365125"/>
            <a:ext cx="7734300" cy="5811838"/>
          </a:xfrm>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7" name="Slide Number Placeholder 5">
            <a:extLst>
              <a:ext uri="{FF2B5EF4-FFF2-40B4-BE49-F238E27FC236}">
                <a16:creationId xmlns:a16="http://schemas.microsoft.com/office/drawing/2014/main" id="{F32FE559-F763-B034-A163-3C6FFCD345CC}"/>
              </a:ext>
            </a:extLst>
          </p:cNvPr>
          <p:cNvSpPr>
            <a:spLocks noGrp="1"/>
          </p:cNvSpPr>
          <p:nvPr>
            <p:ph type="sldNum" idx="12"/>
          </p:nvPr>
        </p:nvSpPr>
        <p:spPr>
          <a:xfrm>
            <a:off x="10632504" y="6356350"/>
            <a:ext cx="578496" cy="365125"/>
          </a:xfrm>
          <a:prstGeom prst="rect">
            <a:avLst/>
          </a:prstGeom>
        </p:spPr>
        <p:txBody>
          <a:bodyPr/>
          <a:lstStyle>
            <a:lvl1pPr>
              <a:buNone/>
              <a:defRPr>
                <a:solidFill>
                  <a:schemeClr val="accent6">
                    <a:lumMod val="75000"/>
                  </a:schemeClr>
                </a:solidFill>
              </a:defRPr>
            </a:lvl1pPr>
          </a:lstStyle>
          <a:p>
            <a:fld id="{48F63A3B-78C7-47BE-AE5E-E10140E04643}" type="slidenum">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2_标题和内容">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4173C-F884-4F47-BA91-78E284FD8B8C}"/>
              </a:ext>
            </a:extLst>
          </p:cNvPr>
          <p:cNvSpPr>
            <a:spLocks noGrp="1"/>
          </p:cNvSpPr>
          <p:nvPr>
            <p:ph type="title"/>
          </p:nvPr>
        </p:nvSpPr>
        <p:spPr/>
        <p:txBody>
          <a:bodyPr/>
          <a:lstStyle>
            <a:lvl1pPr>
              <a:buNone/>
              <a:defRPr>
                <a:latin typeface="Arial"/>
                <a:ea typeface="Arial"/>
                <a:cs typeface="Arial"/>
              </a:defRPr>
            </a:lvl1pPr>
          </a:lstStyle>
          <a:p>
            <a:r>
              <a:t>单击此处编辑母版标题样式</a:t>
            </a:r>
          </a:p>
        </p:txBody>
      </p:sp>
      <p:sp>
        <p:nvSpPr>
          <p:cNvPr id="3" name="Content Placeholder 2">
            <a:extLst>
              <a:ext uri="{FF2B5EF4-FFF2-40B4-BE49-F238E27FC236}">
                <a16:creationId xmlns:a16="http://schemas.microsoft.com/office/drawing/2014/main" id="{9316E808-A9FA-45B5-81C6-257E10EEB0BD}"/>
              </a:ext>
            </a:extLst>
          </p:cNvPr>
          <p:cNvSpPr>
            <a:spLocks noGrp="1"/>
          </p:cNvSpPr>
          <p:nvPr>
            <p:ph idx="1"/>
          </p:nvPr>
        </p:nvSpPr>
        <p:spPr>
          <a:xfrm>
            <a:off x="164757" y="1053000"/>
            <a:ext cx="11835899" cy="5303349"/>
          </a:xfrm>
          <a:prstGeom prst="rect">
            <a:avLst/>
          </a:prstGeom>
        </p:spPr>
        <p:txBody>
          <a:bodyPr/>
          <a:lstStyle>
            <a:lvl1pPr marL="360680" indent="-360680">
              <a:buNone/>
              <a:defRPr sz="2800">
                <a:latin typeface="Arial"/>
                <a:ea typeface="Arial"/>
                <a:cs typeface="Arial"/>
              </a:defRPr>
            </a:lvl1pPr>
            <a:lvl2pPr>
              <a:buNone/>
              <a:defRPr sz="2400">
                <a:latin typeface="Arial"/>
                <a:ea typeface="Arial"/>
                <a:cs typeface="Arial"/>
              </a:defRPr>
            </a:lvl2pPr>
            <a:lvl3pPr>
              <a:buNone/>
              <a:defRPr sz="2000">
                <a:latin typeface="Arial"/>
                <a:ea typeface="Arial"/>
                <a:cs typeface="Arial"/>
              </a:defRPr>
            </a:lvl3pPr>
            <a:lvl4pPr>
              <a:buNone/>
              <a:defRPr sz="1800">
                <a:latin typeface="Arial"/>
                <a:ea typeface="Arial"/>
                <a:cs typeface="Arial"/>
              </a:defRPr>
            </a:lvl4pPr>
            <a:lvl5pPr>
              <a:buNone/>
              <a:defRPr sz="1800">
                <a:latin typeface="Arial"/>
                <a:ea typeface="Arial"/>
                <a:cs typeface="Arial"/>
              </a:defRPr>
            </a:lvl5p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Slide Number Placeholder 5">
            <a:extLst>
              <a:ext uri="{FF2B5EF4-FFF2-40B4-BE49-F238E27FC236}">
                <a16:creationId xmlns:a16="http://schemas.microsoft.com/office/drawing/2014/main" id="{645511A0-6230-FE46-C5F4-25553F451E25}"/>
              </a:ext>
            </a:extLst>
          </p:cNvPr>
          <p:cNvSpPr>
            <a:spLocks noGrp="1"/>
          </p:cNvSpPr>
          <p:nvPr>
            <p:ph type="sldNum" idx="12"/>
          </p:nvPr>
        </p:nvSpPr>
        <p:spPr>
          <a:xfrm>
            <a:off x="10632504" y="6356350"/>
            <a:ext cx="578496" cy="365125"/>
          </a:xfrm>
          <a:prstGeom prst="rect">
            <a:avLst/>
          </a:prstGeom>
        </p:spPr>
        <p:txBody>
          <a:bodyPr/>
          <a:lstStyle>
            <a:lvl1pPr>
              <a:buNone/>
              <a:defRPr>
                <a:solidFill>
                  <a:schemeClr val="accent6">
                    <a:lumMod val="75000"/>
                  </a:schemeClr>
                </a:solidFill>
              </a:defRPr>
            </a:lvl1pPr>
          </a:lstStyle>
          <a:p>
            <a:fld id="{48F63A3B-78C7-47BE-AE5E-E10140E04643}"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image" Target="../media/image2.png"/><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0.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4.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theme" Target="../theme/theme5.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KSO_TEMPLATE" hidden="1">
            <a:extLst>
              <a:ext uri="{FF2B5EF4-FFF2-40B4-BE49-F238E27FC236}">
                <a16:creationId xmlns:a16="http://schemas.microsoft.com/office/drawing/2014/main" id="{ED977142-0104-47ED-A30A-B05029EB97C7}"/>
              </a:ext>
            </a:extLst>
          </p:cNvPr>
          <p:cNvSpPr>
            <a:spLocks noGrp="1"/>
          </p:cNvSpPr>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标题 7">
            <a:extLst>
              <a:ext uri="{FF2B5EF4-FFF2-40B4-BE49-F238E27FC236}">
                <a16:creationId xmlns:a16="http://schemas.microsoft.com/office/drawing/2014/main" id="{10FEDD34-6F27-4FFF-B82D-13102B713DAB}"/>
              </a:ext>
            </a:extLst>
          </p:cNvPr>
          <p:cNvSpPr>
            <a:spLocks noGrp="1"/>
          </p:cNvSpPr>
          <p:nvPr>
            <p:ph type="title" hasCustomPrompt="1"/>
          </p:nvPr>
        </p:nvSpPr>
        <p:spPr>
          <a:xfrm>
            <a:off x="669883" y="581225"/>
            <a:ext cx="10852237" cy="648000"/>
          </a:xfrm>
        </p:spPr>
        <p:txBody>
          <a:bodyPr vert="horz" lIns="101600" tIns="38100" rIns="76200" bIns="38100" anchor="ctr">
            <a:noAutofit/>
          </a:bodyPr>
          <a:lstStyle>
            <a:lvl1pPr marL="0" algn="l">
              <a:lnSpc>
                <a:spcPct val="100000"/>
              </a:lnSpc>
              <a:buNone/>
              <a:defRPr sz="2400" b="1" i="0" u="none" cap="none" spc="200">
                <a:solidFill>
                  <a:schemeClr val="tx1"/>
                </a:solidFill>
                <a:latin typeface="+mn-ea"/>
                <a:ea typeface="+mn-ea"/>
                <a:cs typeface="+mn-ea"/>
              </a:defRPr>
            </a:lvl1pPr>
          </a:lstStyle>
          <a:p>
            <a:pPr>
              <a:buNone/>
            </a:pPr>
            <a:r>
              <a:t>单击此处编辑标题</a:t>
            </a:r>
          </a:p>
        </p:txBody>
      </p:sp>
      <p:sp>
        <p:nvSpPr>
          <p:cNvPr id="9" name="文本占位符 8">
            <a:extLst>
              <a:ext uri="{FF2B5EF4-FFF2-40B4-BE49-F238E27FC236}">
                <a16:creationId xmlns:a16="http://schemas.microsoft.com/office/drawing/2014/main" id="{12252480-689B-46D1-8868-D91BCD171DDB}"/>
              </a:ext>
            </a:extLst>
          </p:cNvPr>
          <p:cNvSpPr>
            <a:spLocks noGrp="1"/>
          </p:cNvSpPr>
          <p:nvPr>
            <p:ph type="body" idx="1" hasCustomPrompt="1"/>
          </p:nvPr>
        </p:nvSpPr>
        <p:spPr>
          <a:xfrm>
            <a:off x="669926" y="1508126"/>
            <a:ext cx="10852151" cy="4749165"/>
          </a:xfrm>
          <a:prstGeom prst="rect">
            <a:avLst/>
          </a:prstGeom>
        </p:spPr>
        <p:txBody>
          <a:bodyPr vert="horz" lIns="101600" tIns="0" rIns="82550" bIns="0">
            <a:normAutofit/>
          </a:bodyPr>
          <a:lstStyle>
            <a:lvl1pPr>
              <a:buNone/>
              <a:defRPr sz="1800"/>
            </a:lvl1pPr>
            <a:lvl2pPr>
              <a:buNone/>
              <a:defRPr sz="1800"/>
            </a:lvl2pPr>
            <a:lvl3pPr>
              <a:buNone/>
              <a:defRPr sz="1800"/>
            </a:lvl3pPr>
            <a:lvl4pPr>
              <a:buNone/>
              <a:defRPr sz="1800"/>
            </a:lvl4pPr>
            <a:lvl5pPr>
              <a:buNone/>
              <a:defRPr sz="1800"/>
            </a:lvl5pPr>
          </a:lstStyle>
          <a:p>
            <a:pPr>
              <a:buNone/>
            </a:pPr>
            <a:r>
              <a:t>单击此处编辑正文</a:t>
            </a:r>
          </a:p>
          <a:p>
            <a:pPr>
              <a:buNone/>
            </a:pPr>
            <a:r>
              <a:t>单击此处编辑正文</a:t>
            </a:r>
          </a:p>
          <a:p>
            <a:pPr>
              <a:buNone/>
            </a:pPr>
            <a:r>
              <a:t>单击此处编辑正文</a:t>
            </a:r>
          </a:p>
          <a:p>
            <a:pPr>
              <a:buNone/>
            </a:pPr>
            <a:r>
              <a:t>单击此处编辑正文</a:t>
            </a:r>
          </a:p>
          <a:p>
            <a:pPr>
              <a:buNone/>
            </a:pPr>
            <a:r>
              <a:t>单击此处编辑正文</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dt="0"/>
  <p:txStyles>
    <p:titleStyle>
      <a:lvl1pPr algn="l">
        <a:lnSpc>
          <a:spcPct val="100000"/>
        </a:lnSpc>
        <a:buNone/>
        <a:defRPr sz="2100" b="1" u="none" cap="none" spc="200">
          <a:solidFill>
            <a:schemeClr val="tx1"/>
          </a:solidFill>
          <a:latin typeface="+mn-ea"/>
          <a:ea typeface="+mn-ea"/>
          <a:cs typeface="+mn-ea"/>
        </a:defRPr>
      </a:lvl1pPr>
    </p:titleStyle>
    <p:bodyStyle>
      <a:lvl1pPr marL="171450" indent="-171450" algn="l">
        <a:lnSpc>
          <a:spcPct val="130000"/>
        </a:lnSpc>
        <a:spcBef>
          <a:spcPts val="0"/>
        </a:spcBef>
        <a:spcAft>
          <a:spcPts val="1000"/>
        </a:spcAft>
        <a:buChar char="•"/>
        <a:defRPr sz="1200" u="none" cap="none" spc="150">
          <a:solidFill>
            <a:schemeClr val="tx1"/>
          </a:solidFill>
          <a:latin typeface="+mn-ea"/>
          <a:ea typeface="+mn-ea"/>
          <a:cs typeface="+mn-ea"/>
        </a:defRPr>
      </a:lvl1pPr>
      <a:lvl2pPr marL="514350" indent="-171450" algn="l">
        <a:lnSpc>
          <a:spcPct val="130000"/>
        </a:lnSpc>
        <a:spcBef>
          <a:spcPts val="0"/>
        </a:spcBef>
        <a:spcAft>
          <a:spcPts val="1000"/>
        </a:spcAft>
        <a:buChar char="•"/>
        <a:defRPr sz="1200" u="none" cap="none" spc="150">
          <a:solidFill>
            <a:schemeClr val="tx1"/>
          </a:solidFill>
          <a:latin typeface="+mn-ea"/>
          <a:ea typeface="+mn-ea"/>
          <a:cs typeface="+mn-ea"/>
        </a:defRPr>
      </a:lvl2pPr>
      <a:lvl3pPr marL="857250" indent="-171450" algn="l">
        <a:lnSpc>
          <a:spcPct val="130000"/>
        </a:lnSpc>
        <a:spcBef>
          <a:spcPts val="0"/>
        </a:spcBef>
        <a:spcAft>
          <a:spcPts val="1000"/>
        </a:spcAft>
        <a:buChar char="•"/>
        <a:defRPr sz="1200" u="none" cap="none" spc="150">
          <a:solidFill>
            <a:schemeClr val="tx1"/>
          </a:solidFill>
          <a:latin typeface="+mn-ea"/>
          <a:ea typeface="+mn-ea"/>
          <a:cs typeface="+mn-ea"/>
        </a:defRPr>
      </a:lvl3pPr>
      <a:lvl4pPr marL="1200150" indent="-171450" algn="l">
        <a:lnSpc>
          <a:spcPct val="130000"/>
        </a:lnSpc>
        <a:spcBef>
          <a:spcPts val="0"/>
        </a:spcBef>
        <a:spcAft>
          <a:spcPts val="1000"/>
        </a:spcAft>
        <a:buChar char="•"/>
        <a:defRPr sz="1200" u="none" cap="none" spc="150">
          <a:solidFill>
            <a:schemeClr val="tx1"/>
          </a:solidFill>
          <a:latin typeface="+mn-ea"/>
          <a:ea typeface="+mn-ea"/>
          <a:cs typeface="+mn-ea"/>
        </a:defRPr>
      </a:lvl4pPr>
      <a:lvl5pPr marL="1543050" indent="-171450" algn="l">
        <a:lnSpc>
          <a:spcPct val="130000"/>
        </a:lnSpc>
        <a:spcBef>
          <a:spcPts val="0"/>
        </a:spcBef>
        <a:spcAft>
          <a:spcPts val="1000"/>
        </a:spcAft>
        <a:buChar char="•"/>
        <a:defRPr sz="1200" u="none" cap="none" spc="150">
          <a:solidFill>
            <a:schemeClr val="tx1"/>
          </a:solidFill>
          <a:latin typeface="+mn-ea"/>
          <a:ea typeface="+mn-ea"/>
          <a:cs typeface="+mn-ea"/>
        </a:defRPr>
      </a:lvl5pPr>
      <a:lvl6pPr marL="1885950" indent="-171450" algn="l">
        <a:lnSpc>
          <a:spcPct val="90000"/>
        </a:lnSpc>
        <a:spcBef>
          <a:spcPts val="375"/>
        </a:spcBef>
        <a:buChar char="•"/>
        <a:defRPr sz="1350">
          <a:solidFill>
            <a:schemeClr val="tx1"/>
          </a:solidFill>
          <a:latin typeface="+mn-lt"/>
          <a:ea typeface="+mn-lt"/>
          <a:cs typeface="+mn-lt"/>
        </a:defRPr>
      </a:lvl6pPr>
      <a:lvl7pPr marL="2228850" indent="-171450" algn="l">
        <a:lnSpc>
          <a:spcPct val="90000"/>
        </a:lnSpc>
        <a:spcBef>
          <a:spcPts val="375"/>
        </a:spcBef>
        <a:buChar char="•"/>
        <a:defRPr sz="1350">
          <a:solidFill>
            <a:schemeClr val="tx1"/>
          </a:solidFill>
          <a:latin typeface="+mn-lt"/>
          <a:ea typeface="+mn-lt"/>
          <a:cs typeface="+mn-lt"/>
        </a:defRPr>
      </a:lvl7pPr>
      <a:lvl8pPr marL="2571750" indent="-171450" algn="l">
        <a:lnSpc>
          <a:spcPct val="90000"/>
        </a:lnSpc>
        <a:spcBef>
          <a:spcPts val="375"/>
        </a:spcBef>
        <a:buChar char="•"/>
        <a:defRPr sz="1350">
          <a:solidFill>
            <a:schemeClr val="tx1"/>
          </a:solidFill>
          <a:latin typeface="+mn-lt"/>
          <a:ea typeface="+mn-lt"/>
          <a:cs typeface="+mn-lt"/>
        </a:defRPr>
      </a:lvl8pPr>
      <a:lvl9pPr marL="2914650" indent="-171450" algn="l">
        <a:lnSpc>
          <a:spcPct val="90000"/>
        </a:lnSpc>
        <a:spcBef>
          <a:spcPts val="375"/>
        </a:spcBef>
        <a:buChar char="•"/>
        <a:defRPr sz="1350">
          <a:solidFill>
            <a:schemeClr val="tx1"/>
          </a:solidFill>
          <a:latin typeface="+mn-lt"/>
          <a:ea typeface="+mn-lt"/>
          <a:cs typeface="+mn-lt"/>
        </a:defRPr>
      </a:lvl9pPr>
    </p:bodyStyle>
    <p:otherStyle>
      <a:lvl1pPr marL="0" algn="l">
        <a:buNone/>
        <a:defRPr sz="1350">
          <a:solidFill>
            <a:schemeClr val="tx1"/>
          </a:solidFill>
          <a:latin typeface="+mn-lt"/>
          <a:ea typeface="+mn-lt"/>
          <a:cs typeface="+mn-lt"/>
        </a:defRPr>
      </a:lvl1pPr>
      <a:lvl2pPr marL="342900" algn="l">
        <a:buNone/>
        <a:defRPr sz="1350">
          <a:solidFill>
            <a:schemeClr val="tx1"/>
          </a:solidFill>
          <a:latin typeface="+mn-lt"/>
          <a:ea typeface="+mn-lt"/>
          <a:cs typeface="+mn-lt"/>
        </a:defRPr>
      </a:lvl2pPr>
      <a:lvl3pPr marL="685800" algn="l">
        <a:buNone/>
        <a:defRPr sz="1350">
          <a:solidFill>
            <a:schemeClr val="tx1"/>
          </a:solidFill>
          <a:latin typeface="+mn-lt"/>
          <a:ea typeface="+mn-lt"/>
          <a:cs typeface="+mn-lt"/>
        </a:defRPr>
      </a:lvl3pPr>
      <a:lvl4pPr marL="1028700" algn="l">
        <a:buNone/>
        <a:defRPr sz="1350">
          <a:solidFill>
            <a:schemeClr val="tx1"/>
          </a:solidFill>
          <a:latin typeface="+mn-lt"/>
          <a:ea typeface="+mn-lt"/>
          <a:cs typeface="+mn-lt"/>
        </a:defRPr>
      </a:lvl4pPr>
      <a:lvl5pPr marL="1371600" algn="l">
        <a:buNone/>
        <a:defRPr sz="1350">
          <a:solidFill>
            <a:schemeClr val="tx1"/>
          </a:solidFill>
          <a:latin typeface="+mn-lt"/>
          <a:ea typeface="+mn-lt"/>
          <a:cs typeface="+mn-lt"/>
        </a:defRPr>
      </a:lvl5pPr>
      <a:lvl6pPr marL="1714500" algn="l">
        <a:buNone/>
        <a:defRPr sz="1350">
          <a:solidFill>
            <a:schemeClr val="tx1"/>
          </a:solidFill>
          <a:latin typeface="+mn-lt"/>
          <a:ea typeface="+mn-lt"/>
          <a:cs typeface="+mn-lt"/>
        </a:defRPr>
      </a:lvl6pPr>
      <a:lvl7pPr marL="2057400" algn="l">
        <a:buNone/>
        <a:defRPr sz="1350">
          <a:solidFill>
            <a:schemeClr val="tx1"/>
          </a:solidFill>
          <a:latin typeface="+mn-lt"/>
          <a:ea typeface="+mn-lt"/>
          <a:cs typeface="+mn-lt"/>
        </a:defRPr>
      </a:lvl7pPr>
      <a:lvl8pPr marL="2400300" algn="l">
        <a:buNone/>
        <a:defRPr sz="1350">
          <a:solidFill>
            <a:schemeClr val="tx1"/>
          </a:solidFill>
          <a:latin typeface="+mn-lt"/>
          <a:ea typeface="+mn-lt"/>
          <a:cs typeface="+mn-lt"/>
        </a:defRPr>
      </a:lvl8pPr>
      <a:lvl9pPr marL="2743200" algn="l">
        <a:buNone/>
        <a:defRPr sz="135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CD34AE-1CEE-4D64-8CD6-6A5536D58E7D}"/>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Text Placeholder 2">
            <a:extLst>
              <a:ext uri="{FF2B5EF4-FFF2-40B4-BE49-F238E27FC236}">
                <a16:creationId xmlns:a16="http://schemas.microsoft.com/office/drawing/2014/main" id="{300A5888-B2E8-4520-A1EC-64CC9C18B359}"/>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单击此处编辑母版文本样式</a:t>
            </a:r>
          </a:p>
          <a:p>
            <a:pPr>
              <a:buNone/>
            </a:pPr>
            <a:r>
              <a:t>二级</a:t>
            </a:r>
          </a:p>
          <a:p>
            <a:pPr>
              <a:buNone/>
            </a:pPr>
            <a:r>
              <a:t>三级</a:t>
            </a:r>
          </a:p>
          <a:p>
            <a:pPr>
              <a:buNone/>
            </a:pPr>
            <a:r>
              <a:t>四级</a:t>
            </a:r>
          </a:p>
          <a:p>
            <a:pPr>
              <a:buNone/>
            </a:pPr>
            <a:r>
              <a:t>五级</a:t>
            </a:r>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hf hdr="0" ftr="0" dt="0"/>
  <p:txStyles>
    <p:titleStyle>
      <a:lvl1pPr algn="l">
        <a:lnSpc>
          <a:spcPct val="90000"/>
        </a:lnSpc>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43494F-552B-4888-946C-1C5BFD6A1D1C}"/>
              </a:ext>
            </a:extLst>
          </p:cNvPr>
          <p:cNvSpPr>
            <a:spLocks noGrp="1"/>
          </p:cNvSpPr>
          <p:nvPr>
            <p:ph type="title"/>
          </p:nvPr>
        </p:nvSpPr>
        <p:spPr>
          <a:xfrm>
            <a:off x="871711" y="1437886"/>
            <a:ext cx="10515600" cy="1325563"/>
          </a:xfrm>
          <a:prstGeom prst="rect">
            <a:avLst/>
          </a:prstGeom>
        </p:spPr>
        <p:txBody>
          <a:bodyPr vert="horz" lIns="91440" tIns="45720" rIns="91440" bIns="45720" anchor="ctr">
            <a:normAutofit/>
          </a:bodyPr>
          <a:lstStyle/>
          <a:p>
            <a:r>
              <a:t>单击此处编辑母版标题样式</a:t>
            </a:r>
          </a:p>
        </p:txBody>
      </p:sp>
      <p:sp>
        <p:nvSpPr>
          <p:cNvPr id="3" name="Text Placeholder 2">
            <a:extLst>
              <a:ext uri="{FF2B5EF4-FFF2-40B4-BE49-F238E27FC236}">
                <a16:creationId xmlns:a16="http://schemas.microsoft.com/office/drawing/2014/main" id="{B39CF8A0-CD91-4A62-91B7-9B140991E932}"/>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10" name="直接连接符 9">
            <a:extLst>
              <a:ext uri="{FF2B5EF4-FFF2-40B4-BE49-F238E27FC236}">
                <a16:creationId xmlns:a16="http://schemas.microsoft.com/office/drawing/2014/main" id="{AE01D4BD-A78B-45FA-9346-7F54D21FE387}"/>
              </a:ext>
            </a:extLst>
          </p:cNvPr>
          <p:cNvSpPr>
            <a:spLocks noGrp="1"/>
          </p:cNvSpPr>
          <p:nvPr/>
        </p:nvSpPr>
        <p:spPr>
          <a:xfrm flipV="1">
            <a:off x="0" y="952870"/>
            <a:ext cx="12192000" cy="16671"/>
          </a:xfrm>
          <a:prstGeom prst="line">
            <a:avLst/>
          </a:prstGeom>
          <a:ln w="38100">
            <a:solidFill>
              <a:srgbClr val="00531D"/>
            </a:solidFill>
          </a:ln>
        </p:spPr>
        <p:style>
          <a:lnRef idx="1">
            <a:schemeClr val="accent6"/>
          </a:lnRef>
          <a:fillRef idx="0">
            <a:schemeClr val="accent6"/>
          </a:fillRef>
          <a:effectRef idx="0">
            <a:schemeClr val="accent6"/>
          </a:effectRef>
          <a:fontRef idx="minor">
            <a:schemeClr val="tx1"/>
          </a:fontRef>
        </p:style>
      </p:sp>
      <p:pic>
        <p:nvPicPr>
          <p:cNvPr id="11" name="图片 11"/>
          <p:cNvPicPr>
            <a:picLocks noChangeAspect="1"/>
          </p:cNvPicPr>
          <p:nvPr/>
        </p:nvPicPr>
        <p:blipFill>
          <a:blip r:embed="rId13"/>
          <a:stretch>
            <a:fillRect/>
          </a:stretch>
        </p:blipFill>
        <p:spPr>
          <a:xfrm>
            <a:off x="10353915" y="501132"/>
            <a:ext cx="999885" cy="936817"/>
          </a:xfrm>
          <a:prstGeom prst="rect">
            <a:avLst/>
          </a:prstGeom>
        </p:spPr>
      </p:pic>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hdr="0" ftr="0" dt="0"/>
  <p:txStyles>
    <p:titleStyle>
      <a:lvl1pPr algn="l">
        <a:lnSpc>
          <a:spcPct val="90000"/>
        </a:lnSpc>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E49BEBA-5443-4580-96F6-34D05E213596}"/>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a:extLst>
              <a:ext uri="{FF2B5EF4-FFF2-40B4-BE49-F238E27FC236}">
                <a16:creationId xmlns:a16="http://schemas.microsoft.com/office/drawing/2014/main" id="{4CAA06DD-A818-4002-836D-A8375DC72D94}"/>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编辑母版文本样式</a:t>
            </a:r>
          </a:p>
          <a:p>
            <a:pPr>
              <a:buNone/>
            </a:pPr>
            <a:r>
              <a:t>第二级</a:t>
            </a:r>
          </a:p>
          <a:p>
            <a:pPr>
              <a:buNone/>
            </a:pPr>
            <a:r>
              <a:t>第三级</a:t>
            </a:r>
          </a:p>
          <a:p>
            <a:pPr>
              <a:buNone/>
            </a:pPr>
            <a:r>
              <a:t>第四级</a:t>
            </a:r>
          </a:p>
          <a:p>
            <a:pPr>
              <a:buNone/>
            </a:pPr>
            <a:r>
              <a:t>第五级</a:t>
            </a:r>
          </a:p>
        </p:txBody>
      </p:sp>
      <p:sp>
        <p:nvSpPr>
          <p:cNvPr id="6" name="灯片编号占位符 5">
            <a:extLst>
              <a:ext uri="{FF2B5EF4-FFF2-40B4-BE49-F238E27FC236}">
                <a16:creationId xmlns:a16="http://schemas.microsoft.com/office/drawing/2014/main" id="{B03D532B-FFBF-4D17-B7B7-8E79D8CF6498}"/>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endParaRPr/>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hf hdr="0" ftr="0" dt="0"/>
  <p:txStyles>
    <p:titleStyle>
      <a:lvl1pPr algn="l">
        <a:lnSpc>
          <a:spcPct val="90000"/>
        </a:lnSpc>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A0F106-C49A-4FF7-8EC6-C424829E4DD8}"/>
              </a:ext>
            </a:extLst>
          </p:cNvPr>
          <p:cNvSpPr>
            <a:spLocks noGrp="1"/>
          </p:cNvSpPr>
          <p:nvPr>
            <p:ph type="title"/>
          </p:nvPr>
        </p:nvSpPr>
        <p:spPr>
          <a:xfrm>
            <a:off x="263352" y="207249"/>
            <a:ext cx="10515600" cy="712282"/>
          </a:xfrm>
          <a:prstGeom prst="rect">
            <a:avLst/>
          </a:prstGeom>
        </p:spPr>
        <p:txBody>
          <a:bodyPr vert="horz" lIns="91440" tIns="45720" rIns="91440" bIns="45720" anchor="ctr">
            <a:normAutofit/>
          </a:bodyPr>
          <a:lstStyle/>
          <a:p>
            <a:r>
              <a:t>单击此处编辑母版标题样式</a:t>
            </a:r>
          </a:p>
        </p:txBody>
      </p:sp>
      <p:sp>
        <p:nvSpPr>
          <p:cNvPr id="3" name="Text Placeholder 2">
            <a:extLst>
              <a:ext uri="{FF2B5EF4-FFF2-40B4-BE49-F238E27FC236}">
                <a16:creationId xmlns:a16="http://schemas.microsoft.com/office/drawing/2014/main" id="{0328B2C7-2786-4545-99EF-119B2F4AA094}"/>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10" name="直接连接符 9">
            <a:extLst>
              <a:ext uri="{FF2B5EF4-FFF2-40B4-BE49-F238E27FC236}">
                <a16:creationId xmlns:a16="http://schemas.microsoft.com/office/drawing/2014/main" id="{8B0F74BD-D078-40E0-8AAA-B78D76A6F58B}"/>
              </a:ext>
            </a:extLst>
          </p:cNvPr>
          <p:cNvSpPr>
            <a:spLocks noGrp="1"/>
          </p:cNvSpPr>
          <p:nvPr/>
        </p:nvSpPr>
        <p:spPr>
          <a:xfrm flipV="1">
            <a:off x="0" y="952870"/>
            <a:ext cx="12192000" cy="16671"/>
          </a:xfrm>
          <a:prstGeom prst="line">
            <a:avLst/>
          </a:prstGeom>
          <a:ln w="38100">
            <a:solidFill>
              <a:srgbClr val="00531D"/>
            </a:solidFill>
          </a:ln>
        </p:spPr>
        <p:style>
          <a:lnRef idx="1">
            <a:schemeClr val="accent6"/>
          </a:lnRef>
          <a:fillRef idx="0">
            <a:schemeClr val="accent6"/>
          </a:fillRef>
          <a:effectRef idx="0">
            <a:schemeClr val="accent6"/>
          </a:effectRef>
          <a:fontRef idx="minor">
            <a:schemeClr val="tx1"/>
          </a:fontRef>
        </p:style>
      </p:sp>
      <p:pic>
        <p:nvPicPr>
          <p:cNvPr id="11" name="图片 5"/>
          <p:cNvPicPr>
            <a:picLocks noChangeAspect="1"/>
          </p:cNvPicPr>
          <p:nvPr/>
        </p:nvPicPr>
        <p:blipFill rotWithShape="1">
          <a:blip r:embed="rId14"/>
          <a:srcRect r="84457"/>
          <a:stretch>
            <a:fillRect/>
          </a:stretch>
        </p:blipFill>
        <p:spPr>
          <a:xfrm>
            <a:off x="10378505" y="378639"/>
            <a:ext cx="1008112" cy="1156056"/>
          </a:xfrm>
          <a:prstGeom prst="rect">
            <a:avLst/>
          </a:prstGeom>
        </p:spPr>
      </p:pic>
      <p:sp>
        <p:nvSpPr>
          <p:cNvPr id="7" name="Slide Number Placeholder 5">
            <a:extLst>
              <a:ext uri="{FF2B5EF4-FFF2-40B4-BE49-F238E27FC236}">
                <a16:creationId xmlns:a16="http://schemas.microsoft.com/office/drawing/2014/main" id="{71972686-1CF2-249C-141F-26A88FBDBB8D}"/>
              </a:ext>
            </a:extLst>
          </p:cNvPr>
          <p:cNvSpPr>
            <a:spLocks noGrp="1"/>
          </p:cNvSpPr>
          <p:nvPr>
            <p:ph type="sldNum" idx="4"/>
          </p:nvPr>
        </p:nvSpPr>
        <p:spPr>
          <a:xfrm>
            <a:off x="10632504" y="6356350"/>
            <a:ext cx="578496" cy="365125"/>
          </a:xfrm>
          <a:prstGeom prst="rect">
            <a:avLst/>
          </a:prstGeom>
        </p:spPr>
        <p:txBody>
          <a:bodyPr/>
          <a:lstStyle>
            <a:lvl1pPr>
              <a:buNone/>
              <a:defRPr>
                <a:solidFill>
                  <a:schemeClr val="accent6">
                    <a:lumMod val="75000"/>
                  </a:schemeClr>
                </a:solidFill>
              </a:defRPr>
            </a:lvl1pPr>
          </a:lstStyle>
          <a:p>
            <a:fld id="{48F63A3B-78C7-47BE-AE5E-E10140E04643}" type="slidenum">
              <a:t>‹#›</a:t>
            </a:fld>
            <a:endParaRPr/>
          </a:p>
        </p:txBody>
      </p:sp>
    </p:spTree>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Lst>
  <p:hf hdr="0" ftr="0" dt="0"/>
  <p:txStyles>
    <p:titleStyle>
      <a:lvl1pPr algn="l">
        <a:lnSpc>
          <a:spcPct val="90000"/>
        </a:lnSpc>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45.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4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45.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45.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45.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4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5.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直接连接符 6">
            <a:extLst>
              <a:ext uri="{FF2B5EF4-FFF2-40B4-BE49-F238E27FC236}">
                <a16:creationId xmlns:a16="http://schemas.microsoft.com/office/drawing/2014/main" id="{1B9D2BDA-80A1-4AF4-B106-159F185411FE}"/>
              </a:ext>
            </a:extLst>
          </p:cNvPr>
          <p:cNvSpPr>
            <a:spLocks noGrp="1"/>
          </p:cNvSpPr>
          <p:nvPr/>
        </p:nvSpPr>
        <p:spPr>
          <a:xfrm flipV="1">
            <a:off x="0" y="952870"/>
            <a:ext cx="12192000" cy="16671"/>
          </a:xfrm>
          <a:prstGeom prst="line">
            <a:avLst/>
          </a:prstGeom>
          <a:ln w="38100">
            <a:solidFill>
              <a:srgbClr val="00531D"/>
            </a:solidFill>
          </a:ln>
        </p:spPr>
        <p:style>
          <a:lnRef idx="1">
            <a:schemeClr val="accent6"/>
          </a:lnRef>
          <a:fillRef idx="0">
            <a:schemeClr val="accent6"/>
          </a:fillRef>
          <a:effectRef idx="0">
            <a:schemeClr val="accent6"/>
          </a:effectRef>
          <a:fontRef idx="minor">
            <a:schemeClr val="tx1"/>
          </a:fontRef>
        </p:style>
      </p:sp>
      <p:pic>
        <p:nvPicPr>
          <p:cNvPr id="17" name="图片 9"/>
          <p:cNvPicPr>
            <a:picLocks noChangeAspect="1"/>
          </p:cNvPicPr>
          <p:nvPr/>
        </p:nvPicPr>
        <p:blipFill rotWithShape="1">
          <a:blip r:embed="rId3"/>
          <a:srcRect r="84457"/>
          <a:stretch>
            <a:fillRect/>
          </a:stretch>
        </p:blipFill>
        <p:spPr>
          <a:xfrm>
            <a:off x="10378505" y="378639"/>
            <a:ext cx="1008112" cy="1156056"/>
          </a:xfrm>
          <a:prstGeom prst="rect">
            <a:avLst/>
          </a:prstGeom>
        </p:spPr>
      </p:pic>
      <p:sp>
        <p:nvSpPr>
          <p:cNvPr id="8" name="矩形 7">
            <a:extLst>
              <a:ext uri="{FF2B5EF4-FFF2-40B4-BE49-F238E27FC236}">
                <a16:creationId xmlns:a16="http://schemas.microsoft.com/office/drawing/2014/main" id="{4AB64860-EB53-4452-BBC0-E87799AD8D3E}"/>
              </a:ext>
            </a:extLst>
          </p:cNvPr>
          <p:cNvSpPr>
            <a:spLocks noGrp="1"/>
          </p:cNvSpPr>
          <p:nvPr/>
        </p:nvSpPr>
        <p:spPr>
          <a:xfrm>
            <a:off x="-1" y="2001789"/>
            <a:ext cx="12192000" cy="2736898"/>
          </a:xfrm>
          <a:prstGeom prst="rect">
            <a:avLst/>
          </a:prstGeom>
          <a:solidFill>
            <a:srgbClr val="095D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4400"/>
              <a:t>人工智能大模型Ⅱ</a:t>
            </a:r>
          </a:p>
          <a:p>
            <a:pPr algn="ctr">
              <a:buNone/>
            </a:pPr>
            <a:r>
              <a:rPr sz="4400"/>
              <a:t>Tabular Foundation Models Comparison</a:t>
            </a:r>
          </a:p>
        </p:txBody>
      </p:sp>
      <p:pic>
        <p:nvPicPr>
          <p:cNvPr id="19" name="图片 5"/>
          <p:cNvPicPr>
            <a:picLocks noChangeAspect="1"/>
          </p:cNvPicPr>
          <p:nvPr/>
        </p:nvPicPr>
        <p:blipFill>
          <a:blip r:embed="rId3"/>
          <a:stretch>
            <a:fillRect/>
          </a:stretch>
        </p:blipFill>
        <p:spPr>
          <a:xfrm>
            <a:off x="-1" y="373144"/>
            <a:ext cx="6485997" cy="1156056"/>
          </a:xfrm>
          <a:prstGeom prst="rect">
            <a:avLst/>
          </a:prstGeom>
        </p:spPr>
      </p:pic>
      <p:sp>
        <p:nvSpPr>
          <p:cNvPr id="13" name="文本框 12">
            <a:extLst>
              <a:ext uri="{FF2B5EF4-FFF2-40B4-BE49-F238E27FC236}">
                <a16:creationId xmlns:a16="http://schemas.microsoft.com/office/drawing/2014/main" id="{BD16B586-5714-4FC3-AE07-6EB38F0290A5}"/>
              </a:ext>
            </a:extLst>
          </p:cNvPr>
          <p:cNvSpPr>
            <a:spLocks noGrp="1"/>
          </p:cNvSpPr>
          <p:nvPr/>
        </p:nvSpPr>
        <p:spPr>
          <a:xfrm>
            <a:off x="2785859" y="5125982"/>
            <a:ext cx="6620279" cy="1289905"/>
          </a:xfrm>
          <a:prstGeom prst="rect">
            <a:avLst/>
          </a:prstGeom>
          <a:noFill/>
        </p:spPr>
        <p:txBody>
          <a:bodyPr wrap="square">
            <a:spAutoFit/>
          </a:bodyPr>
          <a:lstStyle/>
          <a:p>
            <a:pPr algn="ctr">
              <a:lnSpc>
                <a:spcPct val="150000"/>
              </a:lnSpc>
              <a:buNone/>
            </a:pPr>
            <a:r>
              <a:rPr b="1" spc="300">
                <a:latin typeface="微软雅黑"/>
                <a:ea typeface="微软雅黑"/>
                <a:cs typeface="微软雅黑"/>
              </a:rPr>
              <a:t>成员：吴兆临，姚怀宇，时光银，陈业伟，夏渝杰</a:t>
            </a:r>
          </a:p>
          <a:p>
            <a:pPr algn="ctr">
              <a:lnSpc>
                <a:spcPct val="150000"/>
              </a:lnSpc>
              <a:buNone/>
            </a:pPr>
            <a:r>
              <a:rPr b="1" spc="300">
                <a:latin typeface="微软雅黑"/>
                <a:ea typeface="微软雅黑"/>
                <a:cs typeface="微软雅黑"/>
              </a:rPr>
              <a:t>汇报人：吴兆临</a:t>
            </a:r>
          </a:p>
          <a:p>
            <a:pPr algn="ctr">
              <a:lnSpc>
                <a:spcPct val="150000"/>
              </a:lnSpc>
              <a:buNone/>
            </a:pPr>
            <a:r>
              <a:rPr b="1" spc="300">
                <a:latin typeface="微软雅黑"/>
                <a:ea typeface="微软雅黑"/>
                <a:cs typeface="微软雅黑"/>
              </a:rPr>
              <a:t>2026年7月13日</a:t>
            </a:r>
          </a:p>
        </p:txBody>
      </p:sp>
    </p:spTree>
    <p:extLst>
      <p:ext uri="{BB962C8B-B14F-4D97-AF65-F5344CB8AC3E}">
        <p14:creationId xmlns:p14="http://schemas.microsoft.com/office/powerpoint/2010/main" val="2238195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a:extLst>
              <a:ext uri="{FF2B5EF4-FFF2-40B4-BE49-F238E27FC236}">
                <a16:creationId xmlns:a16="http://schemas.microsoft.com/office/drawing/2014/main" id="{4DC0FED4-CE4B-365A-0DFF-B87927718254}"/>
              </a:ext>
            </a:extLst>
          </p:cNvPr>
          <p:cNvSpPr>
            <a:spLocks noGrp="1"/>
          </p:cNvSpPr>
          <p:nvPr>
            <p:ph type="title"/>
          </p:nvPr>
        </p:nvSpPr>
        <p:spPr/>
        <p:txBody>
          <a:bodyPr>
            <a:normAutofit/>
          </a:bodyPr>
          <a:lstStyle/>
          <a:p>
            <a:r>
              <a:rPr sz="3600" b="1">
                <a:latin typeface="微软雅黑"/>
                <a:ea typeface="微软雅黑"/>
                <a:cs typeface="微软雅黑"/>
              </a:rPr>
              <a:t>目录</a:t>
            </a:r>
          </a:p>
        </p:txBody>
      </p:sp>
      <p:sp>
        <p:nvSpPr>
          <p:cNvPr id="22" name="文本框 21">
            <a:extLst>
              <a:ext uri="{FF2B5EF4-FFF2-40B4-BE49-F238E27FC236}">
                <a16:creationId xmlns:a16="http://schemas.microsoft.com/office/drawing/2014/main" id="{18845C1A-BBAD-2DBF-B3F5-436560558F89}"/>
              </a:ext>
            </a:extLst>
          </p:cNvPr>
          <p:cNvSpPr>
            <a:spLocks noGrp="1"/>
          </p:cNvSpPr>
          <p:nvPr/>
        </p:nvSpPr>
        <p:spPr>
          <a:xfrm>
            <a:off x="1167533" y="2017219"/>
            <a:ext cx="1723549" cy="3251852"/>
          </a:xfrm>
          <a:prstGeom prst="rect">
            <a:avLst/>
          </a:prstGeom>
          <a:noFill/>
        </p:spPr>
        <p:txBody>
          <a:bodyPr wrap="none">
            <a:spAutoFit/>
          </a:bodyPr>
          <a:lstStyle/>
          <a:p>
            <a:pPr>
              <a:lnSpc>
                <a:spcPct val="150000"/>
              </a:lnSpc>
              <a:buNone/>
            </a:pPr>
            <a:endParaRPr/>
          </a:p>
        </p:txBody>
      </p:sp>
      <p:sp>
        <p:nvSpPr>
          <p:cNvPr id="23" name="矩形: 圆角 22">
            <a:extLst>
              <a:ext uri="{FF2B5EF4-FFF2-40B4-BE49-F238E27FC236}">
                <a16:creationId xmlns:a16="http://schemas.microsoft.com/office/drawing/2014/main" id="{0E7F247B-14EA-4A0A-A6D4-08BBBC5834EA}"/>
              </a:ext>
            </a:extLst>
          </p:cNvPr>
          <p:cNvSpPr>
            <a:spLocks noGrp="1"/>
          </p:cNvSpPr>
          <p:nvPr/>
        </p:nvSpPr>
        <p:spPr>
          <a:xfrm>
            <a:off x="1111077" y="1961185"/>
            <a:ext cx="4572000" cy="742950"/>
          </a:xfrm>
          <a:prstGeom prst="roundRect">
            <a:avLst>
              <a:gd name="adj" fmla="val 7692"/>
            </a:avLst>
          </a:prstGeom>
          <a:solidFill>
            <a:srgbClr val="EEF6F1"/>
          </a:solidFill>
          <a:ln w="9525">
            <a:solidFill>
              <a:srgbClr val="D9E7DE"/>
            </a:solidFill>
            <a:prstDash val="solid"/>
          </a:ln>
        </p:spPr>
      </p:sp>
      <p:sp>
        <p:nvSpPr>
          <p:cNvPr id="24" name="矩形 23">
            <a:extLst>
              <a:ext uri="{FF2B5EF4-FFF2-40B4-BE49-F238E27FC236}">
                <a16:creationId xmlns:a16="http://schemas.microsoft.com/office/drawing/2014/main" id="{5199D879-DD42-4950-8BBB-F98818B9283C}"/>
              </a:ext>
            </a:extLst>
          </p:cNvPr>
          <p:cNvSpPr>
            <a:spLocks noGrp="1"/>
          </p:cNvSpPr>
          <p:nvPr/>
        </p:nvSpPr>
        <p:spPr>
          <a:xfrm>
            <a:off x="1111077" y="1961185"/>
            <a:ext cx="76200" cy="742950"/>
          </a:xfrm>
          <a:prstGeom prst="rect">
            <a:avLst/>
          </a:prstGeom>
          <a:solidFill>
            <a:srgbClr val="00531D"/>
          </a:solidFill>
          <a:ln w="0">
            <a:solidFill>
              <a:srgbClr val="00531D"/>
            </a:solidFill>
            <a:prstDash val="solid"/>
          </a:ln>
        </p:spPr>
      </p:sp>
      <p:sp>
        <p:nvSpPr>
          <p:cNvPr id="25" name="矩形 24">
            <a:extLst>
              <a:ext uri="{FF2B5EF4-FFF2-40B4-BE49-F238E27FC236}">
                <a16:creationId xmlns:a16="http://schemas.microsoft.com/office/drawing/2014/main" id="{A05D5DD3-1C97-4C64-AD83-0102D1356836}"/>
              </a:ext>
            </a:extLst>
          </p:cNvPr>
          <p:cNvSpPr>
            <a:spLocks noGrp="1"/>
          </p:cNvSpPr>
          <p:nvPr/>
        </p:nvSpPr>
        <p:spPr>
          <a:xfrm>
            <a:off x="1349202" y="2113585"/>
            <a:ext cx="762000" cy="342900"/>
          </a:xfrm>
          <a:prstGeom prst="rect">
            <a:avLst/>
          </a:prstGeom>
          <a:noFill/>
          <a:ln w="0">
            <a:noFill/>
            <a:prstDash val="solid"/>
          </a:ln>
        </p:spPr>
        <p:txBody>
          <a:bodyPr/>
          <a:lstStyle/>
          <a:p>
            <a:pPr marL="0" indent="0" algn="ctr">
              <a:buNone/>
              <a:defRPr sz="2250">
                <a:solidFill>
                  <a:srgbClr val="000000"/>
                </a:solidFill>
                <a:latin typeface="楷体"/>
                <a:ea typeface="楷体"/>
                <a:cs typeface="楷体"/>
              </a:defRPr>
            </a:pPr>
            <a:r>
              <a:rPr sz="2250" b="1">
                <a:solidFill>
                  <a:srgbClr val="000000"/>
                </a:solidFill>
                <a:latin typeface="楷体"/>
                <a:ea typeface="楷体"/>
                <a:cs typeface="楷体"/>
              </a:rPr>
              <a:t>01</a:t>
            </a:r>
          </a:p>
        </p:txBody>
      </p:sp>
      <p:sp>
        <p:nvSpPr>
          <p:cNvPr id="26" name="矩形 25">
            <a:extLst>
              <a:ext uri="{FF2B5EF4-FFF2-40B4-BE49-F238E27FC236}">
                <a16:creationId xmlns:a16="http://schemas.microsoft.com/office/drawing/2014/main" id="{06FFDCB0-224B-474A-881F-CCA655B4D0C4}"/>
              </a:ext>
            </a:extLst>
          </p:cNvPr>
          <p:cNvSpPr>
            <a:spLocks noGrp="1"/>
          </p:cNvSpPr>
          <p:nvPr/>
        </p:nvSpPr>
        <p:spPr>
          <a:xfrm>
            <a:off x="2254077" y="2113585"/>
            <a:ext cx="3190875" cy="342900"/>
          </a:xfrm>
          <a:prstGeom prst="rect">
            <a:avLst/>
          </a:prstGeom>
          <a:noFill/>
          <a:ln w="0">
            <a:noFill/>
            <a:prstDash val="solid"/>
          </a:ln>
        </p:spPr>
        <p:txBody>
          <a:bodyPr/>
          <a:lstStyle/>
          <a:p>
            <a:pPr>
              <a:defRPr sz="2175">
                <a:solidFill>
                  <a:srgbClr val="000000"/>
                </a:solidFill>
                <a:latin typeface="楷体"/>
                <a:ea typeface="楷体"/>
                <a:cs typeface="楷体"/>
              </a:defRPr>
            </a:pPr>
            <a:r>
              <a:rPr lang="zh-CN" altLang="en-US" sz="2175" dirty="0">
                <a:solidFill>
                  <a:srgbClr val="000000"/>
                </a:solidFill>
                <a:latin typeface="楷体"/>
                <a:ea typeface="楷体"/>
                <a:cs typeface="楷体"/>
              </a:rPr>
              <a:t>研究背景</a:t>
            </a:r>
          </a:p>
        </p:txBody>
      </p:sp>
      <p:sp>
        <p:nvSpPr>
          <p:cNvPr id="27" name="矩形: 圆角 26">
            <a:extLst>
              <a:ext uri="{FF2B5EF4-FFF2-40B4-BE49-F238E27FC236}">
                <a16:creationId xmlns:a16="http://schemas.microsoft.com/office/drawing/2014/main" id="{B3E48686-CD2C-4223-9178-E290C8B49CEB}"/>
              </a:ext>
            </a:extLst>
          </p:cNvPr>
          <p:cNvSpPr>
            <a:spLocks noGrp="1"/>
          </p:cNvSpPr>
          <p:nvPr/>
        </p:nvSpPr>
        <p:spPr>
          <a:xfrm>
            <a:off x="6445077" y="1961185"/>
            <a:ext cx="4572000" cy="742950"/>
          </a:xfrm>
          <a:prstGeom prst="roundRect">
            <a:avLst>
              <a:gd name="adj" fmla="val 7692"/>
            </a:avLst>
          </a:prstGeom>
          <a:solidFill>
            <a:srgbClr val="EEF6F1"/>
          </a:solidFill>
          <a:ln w="9525">
            <a:solidFill>
              <a:srgbClr val="D9E7DE"/>
            </a:solidFill>
            <a:prstDash val="solid"/>
          </a:ln>
        </p:spPr>
      </p:sp>
      <p:sp>
        <p:nvSpPr>
          <p:cNvPr id="28" name="矩形 27">
            <a:extLst>
              <a:ext uri="{FF2B5EF4-FFF2-40B4-BE49-F238E27FC236}">
                <a16:creationId xmlns:a16="http://schemas.microsoft.com/office/drawing/2014/main" id="{486EBF91-BE45-4DD1-AED2-238DBB60F9B2}"/>
              </a:ext>
            </a:extLst>
          </p:cNvPr>
          <p:cNvSpPr>
            <a:spLocks noGrp="1"/>
          </p:cNvSpPr>
          <p:nvPr/>
        </p:nvSpPr>
        <p:spPr>
          <a:xfrm>
            <a:off x="6445077" y="1961185"/>
            <a:ext cx="76200" cy="742950"/>
          </a:xfrm>
          <a:prstGeom prst="rect">
            <a:avLst/>
          </a:prstGeom>
          <a:solidFill>
            <a:srgbClr val="00531D"/>
          </a:solidFill>
          <a:ln w="0">
            <a:solidFill>
              <a:srgbClr val="00531D"/>
            </a:solidFill>
            <a:prstDash val="solid"/>
          </a:ln>
        </p:spPr>
      </p:sp>
      <p:sp>
        <p:nvSpPr>
          <p:cNvPr id="29" name="矩形 28">
            <a:extLst>
              <a:ext uri="{FF2B5EF4-FFF2-40B4-BE49-F238E27FC236}">
                <a16:creationId xmlns:a16="http://schemas.microsoft.com/office/drawing/2014/main" id="{E1E132F8-1B0E-4563-9CE2-82FA8E355673}"/>
              </a:ext>
            </a:extLst>
          </p:cNvPr>
          <p:cNvSpPr>
            <a:spLocks noGrp="1"/>
          </p:cNvSpPr>
          <p:nvPr/>
        </p:nvSpPr>
        <p:spPr>
          <a:xfrm>
            <a:off x="6683202" y="2113585"/>
            <a:ext cx="762000" cy="342900"/>
          </a:xfrm>
          <a:prstGeom prst="rect">
            <a:avLst/>
          </a:prstGeom>
          <a:noFill/>
          <a:ln w="0">
            <a:noFill/>
            <a:prstDash val="solid"/>
          </a:ln>
        </p:spPr>
        <p:txBody>
          <a:bodyPr/>
          <a:lstStyle/>
          <a:p>
            <a:pPr marL="0" indent="0" algn="ctr">
              <a:buNone/>
              <a:defRPr sz="2250">
                <a:solidFill>
                  <a:srgbClr val="000000"/>
                </a:solidFill>
                <a:latin typeface="楷体"/>
                <a:ea typeface="楷体"/>
                <a:cs typeface="楷体"/>
              </a:defRPr>
            </a:pPr>
            <a:r>
              <a:rPr sz="2250" b="1">
                <a:solidFill>
                  <a:srgbClr val="000000"/>
                </a:solidFill>
                <a:latin typeface="楷体"/>
                <a:ea typeface="楷体"/>
                <a:cs typeface="楷体"/>
              </a:rPr>
              <a:t>02</a:t>
            </a:r>
          </a:p>
        </p:txBody>
      </p:sp>
      <p:sp>
        <p:nvSpPr>
          <p:cNvPr id="30" name="矩形 29">
            <a:extLst>
              <a:ext uri="{FF2B5EF4-FFF2-40B4-BE49-F238E27FC236}">
                <a16:creationId xmlns:a16="http://schemas.microsoft.com/office/drawing/2014/main" id="{26C06C13-2EE9-4722-A43B-5BEBC4B5D8B4}"/>
              </a:ext>
            </a:extLst>
          </p:cNvPr>
          <p:cNvSpPr>
            <a:spLocks noGrp="1"/>
          </p:cNvSpPr>
          <p:nvPr/>
        </p:nvSpPr>
        <p:spPr>
          <a:xfrm>
            <a:off x="7588077" y="2113585"/>
            <a:ext cx="3190875" cy="342900"/>
          </a:xfrm>
          <a:prstGeom prst="rect">
            <a:avLst/>
          </a:prstGeom>
          <a:noFill/>
          <a:ln w="0">
            <a:noFill/>
            <a:prstDash val="solid"/>
          </a:ln>
        </p:spPr>
        <p:txBody>
          <a:bodyPr/>
          <a:lstStyle/>
          <a:p>
            <a:pPr marL="0" indent="0" algn="l">
              <a:buNone/>
              <a:defRPr sz="2175">
                <a:solidFill>
                  <a:srgbClr val="000000"/>
                </a:solidFill>
                <a:latin typeface="楷体"/>
                <a:ea typeface="楷体"/>
                <a:cs typeface="楷体"/>
              </a:defRPr>
            </a:pPr>
            <a:r>
              <a:rPr sz="2175" b="0">
                <a:solidFill>
                  <a:srgbClr val="000000"/>
                </a:solidFill>
                <a:latin typeface="楷体"/>
                <a:ea typeface="楷体"/>
                <a:cs typeface="楷体"/>
              </a:rPr>
              <a:t>问题定义</a:t>
            </a:r>
          </a:p>
        </p:txBody>
      </p:sp>
      <p:sp>
        <p:nvSpPr>
          <p:cNvPr id="31" name="矩形: 圆角 30">
            <a:extLst>
              <a:ext uri="{FF2B5EF4-FFF2-40B4-BE49-F238E27FC236}">
                <a16:creationId xmlns:a16="http://schemas.microsoft.com/office/drawing/2014/main" id="{EDBCE52B-D1F0-4126-BC70-58D67A7624A3}"/>
              </a:ext>
            </a:extLst>
          </p:cNvPr>
          <p:cNvSpPr>
            <a:spLocks noGrp="1"/>
          </p:cNvSpPr>
          <p:nvPr/>
        </p:nvSpPr>
        <p:spPr>
          <a:xfrm>
            <a:off x="1111077" y="3199435"/>
            <a:ext cx="4572000" cy="742950"/>
          </a:xfrm>
          <a:prstGeom prst="roundRect">
            <a:avLst>
              <a:gd name="adj" fmla="val 7692"/>
            </a:avLst>
          </a:prstGeom>
          <a:solidFill>
            <a:srgbClr val="EEF6F1"/>
          </a:solidFill>
          <a:ln w="9525">
            <a:solidFill>
              <a:srgbClr val="D9E7DE"/>
            </a:solidFill>
            <a:prstDash val="solid"/>
          </a:ln>
        </p:spPr>
      </p:sp>
      <p:sp>
        <p:nvSpPr>
          <p:cNvPr id="32" name="矩形 31">
            <a:extLst>
              <a:ext uri="{FF2B5EF4-FFF2-40B4-BE49-F238E27FC236}">
                <a16:creationId xmlns:a16="http://schemas.microsoft.com/office/drawing/2014/main" id="{503A19A4-F104-4D9D-8A2A-2FF5D5ADD75C}"/>
              </a:ext>
            </a:extLst>
          </p:cNvPr>
          <p:cNvSpPr>
            <a:spLocks noGrp="1"/>
          </p:cNvSpPr>
          <p:nvPr/>
        </p:nvSpPr>
        <p:spPr>
          <a:xfrm>
            <a:off x="1111077" y="3199435"/>
            <a:ext cx="76200" cy="742950"/>
          </a:xfrm>
          <a:prstGeom prst="rect">
            <a:avLst/>
          </a:prstGeom>
          <a:solidFill>
            <a:srgbClr val="00531D"/>
          </a:solidFill>
          <a:ln w="0">
            <a:solidFill>
              <a:srgbClr val="00531D"/>
            </a:solidFill>
            <a:prstDash val="solid"/>
          </a:ln>
        </p:spPr>
      </p:sp>
      <p:sp>
        <p:nvSpPr>
          <p:cNvPr id="33" name="矩形 32">
            <a:extLst>
              <a:ext uri="{FF2B5EF4-FFF2-40B4-BE49-F238E27FC236}">
                <a16:creationId xmlns:a16="http://schemas.microsoft.com/office/drawing/2014/main" id="{7280D885-2FD5-4E1C-B378-7318AB7FAAAB}"/>
              </a:ext>
            </a:extLst>
          </p:cNvPr>
          <p:cNvSpPr>
            <a:spLocks noGrp="1"/>
          </p:cNvSpPr>
          <p:nvPr/>
        </p:nvSpPr>
        <p:spPr>
          <a:xfrm>
            <a:off x="1349202" y="3351835"/>
            <a:ext cx="762000" cy="342900"/>
          </a:xfrm>
          <a:prstGeom prst="rect">
            <a:avLst/>
          </a:prstGeom>
          <a:noFill/>
          <a:ln w="0">
            <a:noFill/>
            <a:prstDash val="solid"/>
          </a:ln>
        </p:spPr>
        <p:txBody>
          <a:bodyPr/>
          <a:lstStyle/>
          <a:p>
            <a:pPr marL="0" indent="0" algn="ctr">
              <a:buNone/>
              <a:defRPr sz="2250">
                <a:solidFill>
                  <a:srgbClr val="000000"/>
                </a:solidFill>
                <a:latin typeface="楷体"/>
                <a:ea typeface="楷体"/>
                <a:cs typeface="楷体"/>
              </a:defRPr>
            </a:pPr>
            <a:r>
              <a:rPr sz="2250" b="1">
                <a:solidFill>
                  <a:srgbClr val="000000"/>
                </a:solidFill>
                <a:latin typeface="楷体"/>
                <a:ea typeface="楷体"/>
                <a:cs typeface="楷体"/>
              </a:rPr>
              <a:t>03</a:t>
            </a:r>
          </a:p>
        </p:txBody>
      </p:sp>
      <p:sp>
        <p:nvSpPr>
          <p:cNvPr id="34" name="矩形 33">
            <a:extLst>
              <a:ext uri="{FF2B5EF4-FFF2-40B4-BE49-F238E27FC236}">
                <a16:creationId xmlns:a16="http://schemas.microsoft.com/office/drawing/2014/main" id="{C8EDCB35-20A6-41A6-9573-E63D58BBBB47}"/>
              </a:ext>
            </a:extLst>
          </p:cNvPr>
          <p:cNvSpPr>
            <a:spLocks noGrp="1"/>
          </p:cNvSpPr>
          <p:nvPr/>
        </p:nvSpPr>
        <p:spPr>
          <a:xfrm>
            <a:off x="2254077" y="3351835"/>
            <a:ext cx="3190875" cy="342900"/>
          </a:xfrm>
          <a:prstGeom prst="rect">
            <a:avLst/>
          </a:prstGeom>
          <a:noFill/>
          <a:ln w="0">
            <a:noFill/>
            <a:prstDash val="solid"/>
          </a:ln>
        </p:spPr>
        <p:txBody>
          <a:bodyPr/>
          <a:lstStyle/>
          <a:p>
            <a:pPr marL="0" indent="0" algn="l">
              <a:buNone/>
              <a:defRPr sz="2175">
                <a:solidFill>
                  <a:srgbClr val="000000"/>
                </a:solidFill>
                <a:latin typeface="楷体"/>
                <a:ea typeface="楷体"/>
                <a:cs typeface="楷体"/>
              </a:defRPr>
            </a:pPr>
            <a:r>
              <a:rPr sz="2175" b="0">
                <a:solidFill>
                  <a:srgbClr val="000000"/>
                </a:solidFill>
                <a:latin typeface="楷体"/>
                <a:ea typeface="楷体"/>
                <a:cs typeface="楷体"/>
              </a:rPr>
              <a:t>方法设计</a:t>
            </a:r>
          </a:p>
        </p:txBody>
      </p:sp>
      <p:sp>
        <p:nvSpPr>
          <p:cNvPr id="35" name="矩形: 圆角 34">
            <a:extLst>
              <a:ext uri="{FF2B5EF4-FFF2-40B4-BE49-F238E27FC236}">
                <a16:creationId xmlns:a16="http://schemas.microsoft.com/office/drawing/2014/main" id="{A496DD39-B4C0-4918-A484-D3D859C9FA8F}"/>
              </a:ext>
            </a:extLst>
          </p:cNvPr>
          <p:cNvSpPr>
            <a:spLocks noGrp="1"/>
          </p:cNvSpPr>
          <p:nvPr/>
        </p:nvSpPr>
        <p:spPr>
          <a:xfrm>
            <a:off x="6445077" y="3199435"/>
            <a:ext cx="4572000" cy="742950"/>
          </a:xfrm>
          <a:prstGeom prst="roundRect">
            <a:avLst>
              <a:gd name="adj" fmla="val 7692"/>
            </a:avLst>
          </a:prstGeom>
          <a:solidFill>
            <a:srgbClr val="EEF6F1"/>
          </a:solidFill>
          <a:ln w="9525">
            <a:solidFill>
              <a:srgbClr val="D9E7DE"/>
            </a:solidFill>
            <a:prstDash val="solid"/>
          </a:ln>
        </p:spPr>
      </p:sp>
      <p:sp>
        <p:nvSpPr>
          <p:cNvPr id="36" name="矩形 35">
            <a:extLst>
              <a:ext uri="{FF2B5EF4-FFF2-40B4-BE49-F238E27FC236}">
                <a16:creationId xmlns:a16="http://schemas.microsoft.com/office/drawing/2014/main" id="{F800D039-D12C-4EB8-8189-841B7667BBD1}"/>
              </a:ext>
            </a:extLst>
          </p:cNvPr>
          <p:cNvSpPr>
            <a:spLocks noGrp="1"/>
          </p:cNvSpPr>
          <p:nvPr/>
        </p:nvSpPr>
        <p:spPr>
          <a:xfrm>
            <a:off x="6445077" y="3199435"/>
            <a:ext cx="76200" cy="742950"/>
          </a:xfrm>
          <a:prstGeom prst="rect">
            <a:avLst/>
          </a:prstGeom>
          <a:solidFill>
            <a:srgbClr val="00531D"/>
          </a:solidFill>
          <a:ln w="0">
            <a:solidFill>
              <a:srgbClr val="00531D"/>
            </a:solidFill>
            <a:prstDash val="solid"/>
          </a:ln>
        </p:spPr>
      </p:sp>
      <p:sp>
        <p:nvSpPr>
          <p:cNvPr id="37" name="矩形 36">
            <a:extLst>
              <a:ext uri="{FF2B5EF4-FFF2-40B4-BE49-F238E27FC236}">
                <a16:creationId xmlns:a16="http://schemas.microsoft.com/office/drawing/2014/main" id="{41134359-0EF6-4658-86E6-53AAFB33C728}"/>
              </a:ext>
            </a:extLst>
          </p:cNvPr>
          <p:cNvSpPr>
            <a:spLocks noGrp="1"/>
          </p:cNvSpPr>
          <p:nvPr/>
        </p:nvSpPr>
        <p:spPr>
          <a:xfrm>
            <a:off x="6683202" y="3351835"/>
            <a:ext cx="762000" cy="342900"/>
          </a:xfrm>
          <a:prstGeom prst="rect">
            <a:avLst/>
          </a:prstGeom>
          <a:noFill/>
          <a:ln w="0">
            <a:noFill/>
            <a:prstDash val="solid"/>
          </a:ln>
        </p:spPr>
        <p:txBody>
          <a:bodyPr/>
          <a:lstStyle/>
          <a:p>
            <a:pPr marL="0" indent="0" algn="ctr">
              <a:buNone/>
              <a:defRPr sz="2250">
                <a:solidFill>
                  <a:srgbClr val="000000"/>
                </a:solidFill>
                <a:latin typeface="楷体"/>
                <a:ea typeface="楷体"/>
                <a:cs typeface="楷体"/>
              </a:defRPr>
            </a:pPr>
            <a:r>
              <a:rPr sz="2250" b="1">
                <a:solidFill>
                  <a:srgbClr val="000000"/>
                </a:solidFill>
                <a:latin typeface="楷体"/>
                <a:ea typeface="楷体"/>
                <a:cs typeface="楷体"/>
              </a:rPr>
              <a:t>04</a:t>
            </a:r>
          </a:p>
        </p:txBody>
      </p:sp>
      <p:sp>
        <p:nvSpPr>
          <p:cNvPr id="38" name="矩形 37">
            <a:extLst>
              <a:ext uri="{FF2B5EF4-FFF2-40B4-BE49-F238E27FC236}">
                <a16:creationId xmlns:a16="http://schemas.microsoft.com/office/drawing/2014/main" id="{FADC9F4B-78C4-4B9F-B536-7097B00BD92F}"/>
              </a:ext>
            </a:extLst>
          </p:cNvPr>
          <p:cNvSpPr>
            <a:spLocks noGrp="1"/>
          </p:cNvSpPr>
          <p:nvPr/>
        </p:nvSpPr>
        <p:spPr>
          <a:xfrm>
            <a:off x="7588077" y="3351835"/>
            <a:ext cx="3190875" cy="342900"/>
          </a:xfrm>
          <a:prstGeom prst="rect">
            <a:avLst/>
          </a:prstGeom>
          <a:noFill/>
          <a:ln w="0">
            <a:noFill/>
            <a:prstDash val="solid"/>
          </a:ln>
        </p:spPr>
        <p:txBody>
          <a:bodyPr/>
          <a:lstStyle/>
          <a:p>
            <a:pPr marL="0" indent="0" algn="l">
              <a:buNone/>
              <a:defRPr sz="2175">
                <a:solidFill>
                  <a:srgbClr val="000000"/>
                </a:solidFill>
                <a:latin typeface="楷体"/>
                <a:ea typeface="楷体"/>
                <a:cs typeface="楷体"/>
              </a:defRPr>
            </a:pPr>
            <a:r>
              <a:rPr sz="2175" b="0">
                <a:solidFill>
                  <a:srgbClr val="000000"/>
                </a:solidFill>
                <a:latin typeface="楷体"/>
                <a:ea typeface="楷体"/>
                <a:cs typeface="楷体"/>
              </a:rPr>
              <a:t>实验设计</a:t>
            </a:r>
          </a:p>
        </p:txBody>
      </p:sp>
      <p:sp>
        <p:nvSpPr>
          <p:cNvPr id="39" name="矩形: 圆角 38">
            <a:extLst>
              <a:ext uri="{FF2B5EF4-FFF2-40B4-BE49-F238E27FC236}">
                <a16:creationId xmlns:a16="http://schemas.microsoft.com/office/drawing/2014/main" id="{9CD59267-AC5A-406A-A4F1-9A8A63937161}"/>
              </a:ext>
            </a:extLst>
          </p:cNvPr>
          <p:cNvSpPr>
            <a:spLocks noGrp="1"/>
          </p:cNvSpPr>
          <p:nvPr/>
        </p:nvSpPr>
        <p:spPr>
          <a:xfrm>
            <a:off x="1111077" y="4437685"/>
            <a:ext cx="4572000" cy="742950"/>
          </a:xfrm>
          <a:prstGeom prst="roundRect">
            <a:avLst>
              <a:gd name="adj" fmla="val 7692"/>
            </a:avLst>
          </a:prstGeom>
          <a:solidFill>
            <a:srgbClr val="EEF6F1"/>
          </a:solidFill>
          <a:ln w="9525">
            <a:solidFill>
              <a:srgbClr val="D9E7DE"/>
            </a:solidFill>
            <a:prstDash val="solid"/>
          </a:ln>
        </p:spPr>
      </p:sp>
      <p:sp>
        <p:nvSpPr>
          <p:cNvPr id="40" name="矩形 39">
            <a:extLst>
              <a:ext uri="{FF2B5EF4-FFF2-40B4-BE49-F238E27FC236}">
                <a16:creationId xmlns:a16="http://schemas.microsoft.com/office/drawing/2014/main" id="{B156A0CC-6535-4D1B-99B0-B5491C1F13EA}"/>
              </a:ext>
            </a:extLst>
          </p:cNvPr>
          <p:cNvSpPr>
            <a:spLocks noGrp="1"/>
          </p:cNvSpPr>
          <p:nvPr/>
        </p:nvSpPr>
        <p:spPr>
          <a:xfrm>
            <a:off x="1111077" y="4437685"/>
            <a:ext cx="76200" cy="742950"/>
          </a:xfrm>
          <a:prstGeom prst="rect">
            <a:avLst/>
          </a:prstGeom>
          <a:solidFill>
            <a:srgbClr val="00531D"/>
          </a:solidFill>
          <a:ln w="0">
            <a:solidFill>
              <a:srgbClr val="00531D"/>
            </a:solidFill>
            <a:prstDash val="solid"/>
          </a:ln>
        </p:spPr>
      </p:sp>
      <p:sp>
        <p:nvSpPr>
          <p:cNvPr id="41" name="矩形 40">
            <a:extLst>
              <a:ext uri="{FF2B5EF4-FFF2-40B4-BE49-F238E27FC236}">
                <a16:creationId xmlns:a16="http://schemas.microsoft.com/office/drawing/2014/main" id="{8631B0C7-BFB2-4B9F-A834-4A412AE6C95E}"/>
              </a:ext>
            </a:extLst>
          </p:cNvPr>
          <p:cNvSpPr>
            <a:spLocks noGrp="1"/>
          </p:cNvSpPr>
          <p:nvPr/>
        </p:nvSpPr>
        <p:spPr>
          <a:xfrm>
            <a:off x="1349202" y="4590085"/>
            <a:ext cx="762000" cy="342900"/>
          </a:xfrm>
          <a:prstGeom prst="rect">
            <a:avLst/>
          </a:prstGeom>
          <a:noFill/>
          <a:ln w="0">
            <a:noFill/>
            <a:prstDash val="solid"/>
          </a:ln>
        </p:spPr>
        <p:txBody>
          <a:bodyPr/>
          <a:lstStyle/>
          <a:p>
            <a:pPr marL="0" indent="0" algn="ctr">
              <a:buNone/>
              <a:defRPr sz="2250">
                <a:solidFill>
                  <a:srgbClr val="000000"/>
                </a:solidFill>
                <a:latin typeface="楷体"/>
                <a:ea typeface="楷体"/>
                <a:cs typeface="楷体"/>
              </a:defRPr>
            </a:pPr>
            <a:r>
              <a:rPr sz="2250" b="1">
                <a:solidFill>
                  <a:srgbClr val="000000"/>
                </a:solidFill>
                <a:latin typeface="楷体"/>
                <a:ea typeface="楷体"/>
                <a:cs typeface="楷体"/>
              </a:rPr>
              <a:t>05</a:t>
            </a:r>
          </a:p>
        </p:txBody>
      </p:sp>
      <p:sp>
        <p:nvSpPr>
          <p:cNvPr id="42" name="矩形 41">
            <a:extLst>
              <a:ext uri="{FF2B5EF4-FFF2-40B4-BE49-F238E27FC236}">
                <a16:creationId xmlns:a16="http://schemas.microsoft.com/office/drawing/2014/main" id="{EA5917D4-053C-4FA3-B9F2-533FC432C164}"/>
              </a:ext>
            </a:extLst>
          </p:cNvPr>
          <p:cNvSpPr>
            <a:spLocks noGrp="1"/>
          </p:cNvSpPr>
          <p:nvPr/>
        </p:nvSpPr>
        <p:spPr>
          <a:xfrm>
            <a:off x="2254077" y="4590085"/>
            <a:ext cx="3190875" cy="342900"/>
          </a:xfrm>
          <a:prstGeom prst="rect">
            <a:avLst/>
          </a:prstGeom>
          <a:noFill/>
          <a:ln w="0">
            <a:noFill/>
            <a:prstDash val="solid"/>
          </a:ln>
        </p:spPr>
        <p:txBody>
          <a:bodyPr/>
          <a:lstStyle/>
          <a:p>
            <a:pPr marL="0" indent="0" algn="l">
              <a:buNone/>
              <a:defRPr sz="2175">
                <a:solidFill>
                  <a:srgbClr val="000000"/>
                </a:solidFill>
                <a:latin typeface="楷体"/>
                <a:ea typeface="楷体"/>
                <a:cs typeface="楷体"/>
              </a:defRPr>
            </a:pPr>
            <a:r>
              <a:rPr sz="2175" b="0">
                <a:solidFill>
                  <a:srgbClr val="000000"/>
                </a:solidFill>
                <a:latin typeface="楷体"/>
                <a:ea typeface="楷体"/>
                <a:cs typeface="楷体"/>
              </a:rPr>
              <a:t>结果分析</a:t>
            </a:r>
          </a:p>
        </p:txBody>
      </p:sp>
      <p:sp>
        <p:nvSpPr>
          <p:cNvPr id="43" name="矩形: 圆角 42">
            <a:extLst>
              <a:ext uri="{FF2B5EF4-FFF2-40B4-BE49-F238E27FC236}">
                <a16:creationId xmlns:a16="http://schemas.microsoft.com/office/drawing/2014/main" id="{29CF23B3-3F68-4693-A80A-06A590E0D763}"/>
              </a:ext>
            </a:extLst>
          </p:cNvPr>
          <p:cNvSpPr>
            <a:spLocks noGrp="1"/>
          </p:cNvSpPr>
          <p:nvPr/>
        </p:nvSpPr>
        <p:spPr>
          <a:xfrm>
            <a:off x="6445077" y="4437685"/>
            <a:ext cx="4572000" cy="742950"/>
          </a:xfrm>
          <a:prstGeom prst="roundRect">
            <a:avLst>
              <a:gd name="adj" fmla="val 7692"/>
            </a:avLst>
          </a:prstGeom>
          <a:solidFill>
            <a:srgbClr val="EEF6F1"/>
          </a:solidFill>
          <a:ln w="9525">
            <a:solidFill>
              <a:srgbClr val="D9E7DE"/>
            </a:solidFill>
            <a:prstDash val="solid"/>
          </a:ln>
        </p:spPr>
      </p:sp>
      <p:sp>
        <p:nvSpPr>
          <p:cNvPr id="44" name="矩形 43">
            <a:extLst>
              <a:ext uri="{FF2B5EF4-FFF2-40B4-BE49-F238E27FC236}">
                <a16:creationId xmlns:a16="http://schemas.microsoft.com/office/drawing/2014/main" id="{213EB109-358E-4651-85A2-772B1D841E1D}"/>
              </a:ext>
            </a:extLst>
          </p:cNvPr>
          <p:cNvSpPr>
            <a:spLocks noGrp="1"/>
          </p:cNvSpPr>
          <p:nvPr/>
        </p:nvSpPr>
        <p:spPr>
          <a:xfrm>
            <a:off x="6445077" y="4437685"/>
            <a:ext cx="76200" cy="742950"/>
          </a:xfrm>
          <a:prstGeom prst="rect">
            <a:avLst/>
          </a:prstGeom>
          <a:solidFill>
            <a:srgbClr val="00531D"/>
          </a:solidFill>
          <a:ln w="0">
            <a:solidFill>
              <a:srgbClr val="00531D"/>
            </a:solidFill>
            <a:prstDash val="solid"/>
          </a:ln>
        </p:spPr>
      </p:sp>
      <p:sp>
        <p:nvSpPr>
          <p:cNvPr id="45" name="矩形 44">
            <a:extLst>
              <a:ext uri="{FF2B5EF4-FFF2-40B4-BE49-F238E27FC236}">
                <a16:creationId xmlns:a16="http://schemas.microsoft.com/office/drawing/2014/main" id="{73F96A8B-1E4A-46AA-BDD5-F2121798DB12}"/>
              </a:ext>
            </a:extLst>
          </p:cNvPr>
          <p:cNvSpPr>
            <a:spLocks noGrp="1"/>
          </p:cNvSpPr>
          <p:nvPr/>
        </p:nvSpPr>
        <p:spPr>
          <a:xfrm>
            <a:off x="6683202" y="4590085"/>
            <a:ext cx="762000" cy="342900"/>
          </a:xfrm>
          <a:prstGeom prst="rect">
            <a:avLst/>
          </a:prstGeom>
          <a:noFill/>
          <a:ln w="0">
            <a:noFill/>
            <a:prstDash val="solid"/>
          </a:ln>
        </p:spPr>
        <p:txBody>
          <a:bodyPr/>
          <a:lstStyle/>
          <a:p>
            <a:pPr marL="0" indent="0" algn="ctr">
              <a:buNone/>
              <a:defRPr sz="2250">
                <a:solidFill>
                  <a:srgbClr val="000000"/>
                </a:solidFill>
                <a:latin typeface="楷体"/>
                <a:ea typeface="楷体"/>
                <a:cs typeface="楷体"/>
              </a:defRPr>
            </a:pPr>
            <a:r>
              <a:rPr sz="2250" b="1">
                <a:solidFill>
                  <a:srgbClr val="000000"/>
                </a:solidFill>
                <a:latin typeface="楷体"/>
                <a:ea typeface="楷体"/>
                <a:cs typeface="楷体"/>
              </a:rPr>
              <a:t>06</a:t>
            </a:r>
          </a:p>
        </p:txBody>
      </p:sp>
      <p:sp>
        <p:nvSpPr>
          <p:cNvPr id="46" name="矩形 45">
            <a:extLst>
              <a:ext uri="{FF2B5EF4-FFF2-40B4-BE49-F238E27FC236}">
                <a16:creationId xmlns:a16="http://schemas.microsoft.com/office/drawing/2014/main" id="{DD428571-92AD-487F-BE93-8A03FAE66155}"/>
              </a:ext>
            </a:extLst>
          </p:cNvPr>
          <p:cNvSpPr>
            <a:spLocks noGrp="1"/>
          </p:cNvSpPr>
          <p:nvPr/>
        </p:nvSpPr>
        <p:spPr>
          <a:xfrm>
            <a:off x="7588077" y="4590085"/>
            <a:ext cx="3190875" cy="342900"/>
          </a:xfrm>
          <a:prstGeom prst="rect">
            <a:avLst/>
          </a:prstGeom>
          <a:noFill/>
          <a:ln w="0">
            <a:noFill/>
            <a:prstDash val="solid"/>
          </a:ln>
        </p:spPr>
        <p:txBody>
          <a:bodyPr/>
          <a:lstStyle/>
          <a:p>
            <a:pPr marL="0" indent="0" algn="l">
              <a:buNone/>
              <a:defRPr sz="2175">
                <a:solidFill>
                  <a:srgbClr val="000000"/>
                </a:solidFill>
                <a:latin typeface="楷体"/>
                <a:ea typeface="楷体"/>
                <a:cs typeface="楷体"/>
              </a:defRPr>
            </a:pPr>
            <a:r>
              <a:rPr sz="2175" b="0">
                <a:solidFill>
                  <a:srgbClr val="000000"/>
                </a:solidFill>
                <a:latin typeface="楷体"/>
                <a:ea typeface="楷体"/>
                <a:cs typeface="楷体"/>
              </a:rPr>
              <a:t>总结与展望</a:t>
            </a:r>
          </a:p>
        </p:txBody>
      </p:sp>
    </p:spTree>
    <p:extLst>
      <p:ext uri="{BB962C8B-B14F-4D97-AF65-F5344CB8AC3E}">
        <p14:creationId xmlns:p14="http://schemas.microsoft.com/office/powerpoint/2010/main" val="1414862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5A8B349-EBFE-4123-8D0A-64874CB24335}"/>
              </a:ext>
            </a:extLst>
          </p:cNvPr>
          <p:cNvSpPr>
            <a:spLocks noGrp="1"/>
          </p:cNvSpPr>
          <p:nvPr/>
        </p:nvSpPr>
        <p:spPr>
          <a:xfrm>
            <a:off x="266700" y="171450"/>
            <a:ext cx="9334500" cy="685800"/>
          </a:xfrm>
          <a:prstGeom prst="rect">
            <a:avLst/>
          </a:prstGeom>
          <a:noFill/>
          <a:ln w="0">
            <a:noFill/>
            <a:prstDash val="solid"/>
          </a:ln>
        </p:spPr>
        <p:txBody>
          <a:bodyPr/>
          <a:lstStyle/>
          <a:p>
            <a:pPr>
              <a:defRPr sz="3600" b="1">
                <a:solidFill>
                  <a:srgbClr val="000000"/>
                </a:solidFill>
                <a:latin typeface="微软雅黑"/>
                <a:ea typeface="微软雅黑"/>
                <a:cs typeface="微软雅黑"/>
              </a:defRPr>
            </a:pPr>
            <a:r>
              <a:rPr sz="3600" b="1">
                <a:solidFill>
                  <a:srgbClr val="000000"/>
                </a:solidFill>
                <a:latin typeface="微软雅黑"/>
                <a:ea typeface="微软雅黑"/>
                <a:cs typeface="微软雅黑"/>
              </a:rPr>
              <a:t>研究背景</a:t>
            </a:r>
          </a:p>
        </p:txBody>
      </p:sp>
      <p:sp>
        <p:nvSpPr>
          <p:cNvPr id="2" name="矩形 1">
            <a:extLst>
              <a:ext uri="{FF2B5EF4-FFF2-40B4-BE49-F238E27FC236}">
                <a16:creationId xmlns:a16="http://schemas.microsoft.com/office/drawing/2014/main" id="{F5F9AB55-F416-4226-A287-DAB8F9FC7BE7}"/>
              </a:ext>
            </a:extLst>
          </p:cNvPr>
          <p:cNvSpPr>
            <a:spLocks noGrp="1"/>
          </p:cNvSpPr>
          <p:nvPr/>
        </p:nvSpPr>
        <p:spPr>
          <a:xfrm>
            <a:off x="952500" y="1428750"/>
            <a:ext cx="7239000" cy="419100"/>
          </a:xfrm>
          <a:prstGeom prst="rect">
            <a:avLst/>
          </a:prstGeom>
          <a:noFill/>
          <a:ln w="0">
            <a:noFill/>
            <a:prstDash val="solid"/>
          </a:ln>
        </p:spPr>
        <p:txBody>
          <a:bodyPr/>
          <a:lstStyle/>
          <a:p>
            <a:pPr>
              <a:defRPr sz="1763">
                <a:solidFill>
                  <a:srgbClr val="000000"/>
                </a:solidFill>
                <a:latin typeface="楷体"/>
                <a:ea typeface="楷体"/>
                <a:cs typeface="楷体"/>
              </a:defRPr>
            </a:pPr>
            <a:r>
              <a:rPr lang="zh-CN" altLang="en-US" sz="2000" b="1" dirty="0">
                <a:solidFill>
                  <a:srgbClr val="000000"/>
                </a:solidFill>
                <a:latin typeface="楷体"/>
                <a:ea typeface="楷体"/>
                <a:cs typeface="楷体"/>
              </a:rPr>
              <a:t>为什么比较</a:t>
            </a:r>
            <a:r>
              <a:rPr lang="en-US" altLang="zh-CN" sz="2000" b="1" dirty="0">
                <a:solidFill>
                  <a:srgbClr val="000000"/>
                </a:solidFill>
                <a:latin typeface="楷体"/>
                <a:ea typeface="楷体"/>
                <a:cs typeface="楷体"/>
              </a:rPr>
              <a:t>Tabular Foundation Models</a:t>
            </a:r>
            <a:r>
              <a:rPr lang="zh-CN" altLang="en-US" sz="2000" b="1" dirty="0">
                <a:solidFill>
                  <a:srgbClr val="000000"/>
                </a:solidFill>
                <a:latin typeface="楷体"/>
                <a:ea typeface="楷体"/>
                <a:cs typeface="楷体"/>
              </a:rPr>
              <a:t>？</a:t>
            </a:r>
          </a:p>
          <a:p>
            <a:pPr marL="0" indent="0" algn="l">
              <a:buNone/>
              <a:defRPr sz="1763">
                <a:solidFill>
                  <a:srgbClr val="000000"/>
                </a:solidFill>
                <a:latin typeface="楷体"/>
                <a:ea typeface="楷体"/>
                <a:cs typeface="楷体"/>
              </a:defRPr>
            </a:pPr>
            <a:endParaRPr sz="1763" b="1" dirty="0">
              <a:solidFill>
                <a:srgbClr val="000000"/>
              </a:solidFill>
              <a:latin typeface="楷体"/>
              <a:ea typeface="楷体"/>
              <a:cs typeface="楷体"/>
            </a:endParaRPr>
          </a:p>
        </p:txBody>
      </p:sp>
      <p:sp>
        <p:nvSpPr>
          <p:cNvPr id="3" name="矩形 2">
            <a:extLst>
              <a:ext uri="{FF2B5EF4-FFF2-40B4-BE49-F238E27FC236}">
                <a16:creationId xmlns:a16="http://schemas.microsoft.com/office/drawing/2014/main" id="{8DA21F3F-3B22-49C7-A110-8A1B3A7DCB20}"/>
              </a:ext>
            </a:extLst>
          </p:cNvPr>
          <p:cNvSpPr>
            <a:spLocks noGrp="1"/>
          </p:cNvSpPr>
          <p:nvPr/>
        </p:nvSpPr>
        <p:spPr>
          <a:xfrm>
            <a:off x="952500" y="2304327"/>
            <a:ext cx="6281677" cy="2151926"/>
          </a:xfrm>
          <a:prstGeom prst="rect">
            <a:avLst/>
          </a:prstGeom>
          <a:noFill/>
          <a:ln w="0">
            <a:noFill/>
            <a:prstDash val="solid"/>
          </a:ln>
        </p:spPr>
        <p:txBody>
          <a:bodyPr/>
          <a:lstStyle/>
          <a:p>
            <a:pPr marL="24" indent="-14">
              <a:defRPr sz="2000">
                <a:solidFill>
                  <a:srgbClr val="000000"/>
                </a:solidFill>
                <a:latin typeface="楷体"/>
                <a:ea typeface="楷体"/>
                <a:cs typeface="楷体"/>
              </a:defRPr>
            </a:pPr>
            <a:r>
              <a:rPr lang="en-US" altLang="zh-CN" sz="2000" dirty="0">
                <a:solidFill>
                  <a:srgbClr val="000000"/>
                </a:solidFill>
                <a:latin typeface="楷体"/>
                <a:ea typeface="楷体"/>
                <a:cs typeface="楷体"/>
              </a:rPr>
              <a:t>·</a:t>
            </a:r>
            <a:r>
              <a:rPr lang="zh-CN" altLang="en-US" sz="2000" dirty="0">
                <a:solidFill>
                  <a:srgbClr val="000000"/>
                </a:solidFill>
                <a:latin typeface="楷体"/>
                <a:ea typeface="楷体"/>
                <a:cs typeface="楷体"/>
              </a:rPr>
              <a:t>表格数据广泛存在于真实应用中</a:t>
            </a:r>
          </a:p>
          <a:p>
            <a:pPr marL="24" indent="-14">
              <a:defRPr sz="2000">
                <a:solidFill>
                  <a:srgbClr val="000000"/>
                </a:solidFill>
                <a:latin typeface="楷体"/>
                <a:ea typeface="楷体"/>
                <a:cs typeface="楷体"/>
              </a:defRPr>
            </a:pPr>
            <a:endParaRPr lang="zh-CN" altLang="en-US" sz="2000" dirty="0">
              <a:solidFill>
                <a:srgbClr val="000000"/>
              </a:solidFill>
              <a:latin typeface="楷体"/>
              <a:ea typeface="楷体"/>
              <a:cs typeface="楷体"/>
            </a:endParaRPr>
          </a:p>
          <a:p>
            <a:pPr marL="24" indent="-14">
              <a:defRPr sz="2000">
                <a:solidFill>
                  <a:srgbClr val="000000"/>
                </a:solidFill>
                <a:latin typeface="楷体"/>
                <a:ea typeface="楷体"/>
                <a:cs typeface="楷体"/>
              </a:defRPr>
            </a:pPr>
            <a:r>
              <a:rPr lang="en-US" altLang="zh-CN" sz="2000" dirty="0">
                <a:solidFill>
                  <a:srgbClr val="000000"/>
                </a:solidFill>
                <a:latin typeface="楷体"/>
                <a:ea typeface="楷体"/>
                <a:cs typeface="楷体"/>
              </a:rPr>
              <a:t>· GBDTs</a:t>
            </a:r>
            <a:r>
              <a:rPr lang="zh-CN" altLang="en-US" sz="2000" dirty="0">
                <a:solidFill>
                  <a:srgbClr val="000000"/>
                </a:solidFill>
                <a:latin typeface="楷体"/>
                <a:ea typeface="楷体"/>
                <a:cs typeface="楷体"/>
              </a:rPr>
              <a:t>长期是表格预测任务的强基线</a:t>
            </a:r>
          </a:p>
          <a:p>
            <a:pPr marL="24" indent="-14">
              <a:defRPr sz="2000">
                <a:solidFill>
                  <a:srgbClr val="000000"/>
                </a:solidFill>
                <a:latin typeface="楷体"/>
                <a:ea typeface="楷体"/>
                <a:cs typeface="楷体"/>
              </a:defRPr>
            </a:pPr>
            <a:endParaRPr lang="zh-CN" altLang="en-US" sz="2000" dirty="0">
              <a:solidFill>
                <a:srgbClr val="000000"/>
              </a:solidFill>
              <a:latin typeface="楷体"/>
              <a:ea typeface="楷体"/>
              <a:cs typeface="楷体"/>
            </a:endParaRPr>
          </a:p>
          <a:p>
            <a:pPr marL="24" indent="-14">
              <a:defRPr sz="2000">
                <a:solidFill>
                  <a:srgbClr val="000000"/>
                </a:solidFill>
                <a:latin typeface="楷体"/>
                <a:ea typeface="楷体"/>
                <a:cs typeface="楷体"/>
              </a:defRPr>
            </a:pPr>
            <a:r>
              <a:rPr lang="en-US" altLang="zh-CN" sz="2000" dirty="0">
                <a:solidFill>
                  <a:srgbClr val="000000"/>
                </a:solidFill>
                <a:latin typeface="楷体"/>
                <a:ea typeface="楷体"/>
                <a:cs typeface="楷体"/>
              </a:rPr>
              <a:t>· TFMs</a:t>
            </a:r>
            <a:r>
              <a:rPr lang="zh-CN" altLang="en-US" sz="2000" dirty="0">
                <a:solidFill>
                  <a:srgbClr val="000000"/>
                </a:solidFill>
                <a:latin typeface="楷体"/>
                <a:ea typeface="楷体"/>
                <a:cs typeface="楷体"/>
              </a:rPr>
              <a:t>通过预训练和</a:t>
            </a:r>
            <a:r>
              <a:rPr lang="en-US" altLang="zh-CN" sz="2000" dirty="0">
                <a:solidFill>
                  <a:srgbClr val="000000"/>
                </a:solidFill>
                <a:latin typeface="楷体"/>
                <a:ea typeface="楷体"/>
                <a:cs typeface="楷体"/>
              </a:rPr>
              <a:t>in-context learning</a:t>
            </a:r>
            <a:r>
              <a:rPr lang="zh-CN" altLang="en-US" sz="2000" dirty="0">
                <a:solidFill>
                  <a:srgbClr val="000000"/>
                </a:solidFill>
                <a:latin typeface="楷体"/>
                <a:ea typeface="楷体"/>
                <a:cs typeface="楷体"/>
              </a:rPr>
              <a:t>完成预测</a:t>
            </a:r>
          </a:p>
        </p:txBody>
      </p:sp>
      <p:sp>
        <p:nvSpPr>
          <p:cNvPr id="4" name="矩形 3">
            <a:extLst>
              <a:ext uri="{FF2B5EF4-FFF2-40B4-BE49-F238E27FC236}">
                <a16:creationId xmlns:a16="http://schemas.microsoft.com/office/drawing/2014/main" id="{861B5093-62CF-4CC7-85E1-ED27E807270B}"/>
              </a:ext>
            </a:extLst>
          </p:cNvPr>
          <p:cNvSpPr>
            <a:spLocks noGrp="1"/>
          </p:cNvSpPr>
          <p:nvPr/>
        </p:nvSpPr>
        <p:spPr>
          <a:xfrm>
            <a:off x="7793620" y="2343150"/>
            <a:ext cx="3238500" cy="914400"/>
          </a:xfrm>
          <a:prstGeom prst="rect">
            <a:avLst/>
          </a:prstGeom>
          <a:noFill/>
          <a:ln w="0">
            <a:noFill/>
            <a:prstDash val="solid"/>
          </a:ln>
        </p:spPr>
        <p:txBody>
          <a:bodyPr/>
          <a:lstStyle/>
          <a:p>
            <a:pPr>
              <a:defRPr sz="1575">
                <a:solidFill>
                  <a:srgbClr val="000000"/>
                </a:solidFill>
                <a:latin typeface="楷体"/>
                <a:ea typeface="楷体"/>
                <a:cs typeface="楷体"/>
              </a:defRPr>
            </a:pPr>
            <a:r>
              <a:rPr lang="zh-CN" altLang="en-US" sz="1575" dirty="0">
                <a:solidFill>
                  <a:srgbClr val="000000"/>
                </a:solidFill>
                <a:latin typeface="楷体"/>
                <a:ea typeface="楷体"/>
                <a:cs typeface="楷体"/>
              </a:rPr>
              <a:t>本研究关注的不是“新模型是否更先进”，而是“性能收益是否足以覆盖实际成本”。</a:t>
            </a:r>
          </a:p>
        </p:txBody>
      </p:sp>
      <p:graphicFrame>
        <p:nvGraphicFramePr>
          <p:cNvPr id="10" name="表格 9"/>
          <p:cNvGraphicFramePr/>
          <p:nvPr>
            <p:extLst>
              <p:ext uri="{D42A27DB-BD31-4B8C-83A1-F6EECF244321}">
                <p14:modId xmlns:p14="http://schemas.microsoft.com/office/powerpoint/2010/main" val="3034853821"/>
              </p:ext>
            </p:extLst>
          </p:nvPr>
        </p:nvGraphicFramePr>
        <p:xfrm>
          <a:off x="1126120" y="4456253"/>
          <a:ext cx="8286750" cy="1371600"/>
        </p:xfrm>
        <a:graphic>
          <a:graphicData uri="http://schemas.openxmlformats.org/drawingml/2006/table">
            <a:tbl>
              <a:tblPr firstRow="1"/>
              <a:tblGrid>
                <a:gridCol w="171450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4095750">
                  <a:extLst>
                    <a:ext uri="{9D8B030D-6E8A-4147-A177-3AD203B41FA5}">
                      <a16:colId xmlns:a16="http://schemas.microsoft.com/office/drawing/2014/main" val="20002"/>
                    </a:ext>
                  </a:extLst>
                </a:gridCol>
              </a:tblGrid>
              <a:tr h="457200">
                <a:tc>
                  <a:txBody>
                    <a:bodyPr/>
                    <a:lstStyle/>
                    <a:p>
                      <a:pPr algn="ctr"/>
                      <a:r>
                        <a:rPr lang="zh-CN" altLang="en-US" sz="1500" b="1" dirty="0">
                          <a:solidFill>
                            <a:srgbClr val="000000"/>
                          </a:solidFill>
                          <a:latin typeface="楷体"/>
                          <a:ea typeface="+mn-ea"/>
                          <a:cs typeface="楷体"/>
                        </a:rPr>
                        <a:t>模型</a:t>
                      </a:r>
                      <a:endParaRPr sz="1500" b="1" dirty="0">
                        <a:solidFill>
                          <a:srgbClr val="000000"/>
                        </a:solidFill>
                        <a:latin typeface="楷体"/>
                        <a:ea typeface="楷体"/>
                        <a:cs typeface="楷体"/>
                      </a:endParaRPr>
                    </a:p>
                  </a:txBody>
                  <a:tcPr marL="57150" marR="57150" marT="38100" marB="38100" anchor="ctr">
                    <a:solidFill>
                      <a:srgbClr val="EEF6F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500" b="1" dirty="0">
                          <a:solidFill>
                            <a:srgbClr val="000000"/>
                          </a:solidFill>
                          <a:latin typeface="楷体"/>
                          <a:ea typeface="+mn-ea"/>
                          <a:cs typeface="楷体"/>
                        </a:rPr>
                        <a:t>代表模型</a:t>
                      </a:r>
                    </a:p>
                  </a:txBody>
                  <a:tcPr marL="57150" marR="57150" marT="38100" marB="38100" anchor="ctr">
                    <a:solidFill>
                      <a:srgbClr val="EEF6F1"/>
                    </a:solidFill>
                  </a:tcPr>
                </a:tc>
                <a:tc>
                  <a:txBody>
                    <a:bodyPr/>
                    <a:lstStyle/>
                    <a:p>
                      <a:pPr algn="ctr"/>
                      <a:r>
                        <a:rPr sz="1500" b="1">
                          <a:solidFill>
                            <a:srgbClr val="000000"/>
                          </a:solidFill>
                          <a:latin typeface="楷体"/>
                          <a:ea typeface="楷体"/>
                          <a:cs typeface="楷体"/>
                        </a:rPr>
                        <a:t>基本方式</a:t>
                      </a:r>
                    </a:p>
                  </a:txBody>
                  <a:tcPr marL="57150" marR="57150" marT="38100" marB="38100" anchor="ctr">
                    <a:solidFill>
                      <a:srgbClr val="EEF6F1"/>
                    </a:solidFill>
                  </a:tcPr>
                </a:tc>
                <a:extLst>
                  <a:ext uri="{0D108BD9-81ED-4DB2-BD59-A6C34878D82A}">
                    <a16:rowId xmlns:a16="http://schemas.microsoft.com/office/drawing/2014/main" val="10000"/>
                  </a:ext>
                </a:extLst>
              </a:tr>
              <a:tr h="457200">
                <a:tc>
                  <a:txBody>
                    <a:bodyPr/>
                    <a:lstStyle/>
                    <a:p>
                      <a:pPr algn="ctr"/>
                      <a:r>
                        <a:rPr sz="1500">
                          <a:solidFill>
                            <a:srgbClr val="000000"/>
                          </a:solidFill>
                          <a:latin typeface="楷体"/>
                          <a:ea typeface="楷体"/>
                          <a:cs typeface="楷体"/>
                        </a:rPr>
                        <a:t>GBDTs</a:t>
                      </a:r>
                    </a:p>
                  </a:txBody>
                  <a:tcPr marL="57150" marR="57150" marT="38100" marB="38100" anchor="ctr"/>
                </a:tc>
                <a:tc>
                  <a:txBody>
                    <a:bodyPr/>
                    <a:lstStyle/>
                    <a:p>
                      <a:pPr algn="ctr"/>
                      <a:r>
                        <a:rPr sz="1500">
                          <a:solidFill>
                            <a:srgbClr val="000000"/>
                          </a:solidFill>
                          <a:latin typeface="楷体"/>
                          <a:ea typeface="楷体"/>
                          <a:cs typeface="楷体"/>
                        </a:rPr>
                        <a:t>LightGBM/XGBoost</a:t>
                      </a:r>
                    </a:p>
                  </a:txBody>
                  <a:tcPr marL="57150" marR="57150" marT="38100" marB="38100" anchor="ctr"/>
                </a:tc>
                <a:tc>
                  <a:txBody>
                    <a:bodyPr/>
                    <a:lstStyle/>
                    <a:p>
                      <a:pPr algn="ctr"/>
                      <a:r>
                        <a:rPr sz="1500">
                          <a:solidFill>
                            <a:srgbClr val="000000"/>
                          </a:solidFill>
                          <a:latin typeface="楷体"/>
                          <a:ea typeface="楷体"/>
                          <a:cs typeface="楷体"/>
                        </a:rPr>
                        <a:t>针对单个数据集训练</a:t>
                      </a:r>
                    </a:p>
                  </a:txBody>
                  <a:tcPr marL="57150" marR="57150" marT="38100" marB="38100" anchor="ctr"/>
                </a:tc>
                <a:extLst>
                  <a:ext uri="{0D108BD9-81ED-4DB2-BD59-A6C34878D82A}">
                    <a16:rowId xmlns:a16="http://schemas.microsoft.com/office/drawing/2014/main" val="10001"/>
                  </a:ext>
                </a:extLst>
              </a:tr>
              <a:tr h="457200">
                <a:tc>
                  <a:txBody>
                    <a:bodyPr/>
                    <a:lstStyle/>
                    <a:p>
                      <a:pPr algn="ctr"/>
                      <a:r>
                        <a:rPr sz="1500">
                          <a:solidFill>
                            <a:srgbClr val="000000"/>
                          </a:solidFill>
                          <a:latin typeface="楷体"/>
                          <a:ea typeface="楷体"/>
                          <a:cs typeface="楷体"/>
                        </a:rPr>
                        <a:t>TFMs</a:t>
                      </a:r>
                    </a:p>
                  </a:txBody>
                  <a:tcPr marL="57150" marR="57150" marT="38100" marB="38100" anchor="ctr"/>
                </a:tc>
                <a:tc>
                  <a:txBody>
                    <a:bodyPr/>
                    <a:lstStyle/>
                    <a:p>
                      <a:pPr algn="ctr"/>
                      <a:r>
                        <a:rPr sz="1500">
                          <a:solidFill>
                            <a:srgbClr val="000000"/>
                          </a:solidFill>
                          <a:latin typeface="楷体"/>
                          <a:ea typeface="楷体"/>
                          <a:cs typeface="楷体"/>
                        </a:rPr>
                        <a:t>TabPFN/TabICL</a:t>
                      </a:r>
                    </a:p>
                  </a:txBody>
                  <a:tcPr marL="57150" marR="57150" marT="38100" marB="38100"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500" dirty="0">
                          <a:solidFill>
                            <a:srgbClr val="000000"/>
                          </a:solidFill>
                          <a:latin typeface="楷体"/>
                          <a:ea typeface="+mn-ea"/>
                          <a:cs typeface="楷体"/>
                        </a:rPr>
                        <a:t>基于上下文样本预测</a:t>
                      </a:r>
                    </a:p>
                  </a:txBody>
                  <a:tcPr marL="57150" marR="57150" marT="38100" marB="3810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3140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6AC16DA-46DD-4545-B108-70E7680E03F1}"/>
              </a:ext>
            </a:extLst>
          </p:cNvPr>
          <p:cNvSpPr>
            <a:spLocks noGrp="1"/>
          </p:cNvSpPr>
          <p:nvPr/>
        </p:nvSpPr>
        <p:spPr>
          <a:xfrm>
            <a:off x="266700" y="171450"/>
            <a:ext cx="9334500" cy="685800"/>
          </a:xfrm>
          <a:prstGeom prst="rect">
            <a:avLst/>
          </a:prstGeom>
          <a:noFill/>
          <a:ln w="0">
            <a:noFill/>
            <a:prstDash val="solid"/>
          </a:ln>
        </p:spPr>
        <p:txBody>
          <a:bodyPr/>
          <a:lstStyle/>
          <a:p>
            <a:pPr>
              <a:defRPr sz="3600" b="1">
                <a:solidFill>
                  <a:srgbClr val="000000"/>
                </a:solidFill>
                <a:latin typeface="微软雅黑"/>
                <a:ea typeface="微软雅黑"/>
                <a:cs typeface="微软雅黑"/>
              </a:defRPr>
            </a:pPr>
            <a:r>
              <a:rPr lang="zh-CN" altLang="en-US" sz="3600" b="1" dirty="0">
                <a:solidFill>
                  <a:srgbClr val="000000"/>
                </a:solidFill>
                <a:latin typeface="微软雅黑"/>
                <a:ea typeface="微软雅黑"/>
                <a:cs typeface="微软雅黑"/>
              </a:rPr>
              <a:t>问题定义</a:t>
            </a:r>
          </a:p>
        </p:txBody>
      </p:sp>
      <p:sp>
        <p:nvSpPr>
          <p:cNvPr id="2" name="矩形 1">
            <a:extLst>
              <a:ext uri="{FF2B5EF4-FFF2-40B4-BE49-F238E27FC236}">
                <a16:creationId xmlns:a16="http://schemas.microsoft.com/office/drawing/2014/main" id="{15C9D60A-C22F-4DD8-9AD0-00A64682EADA}"/>
              </a:ext>
            </a:extLst>
          </p:cNvPr>
          <p:cNvSpPr>
            <a:spLocks noGrp="1"/>
          </p:cNvSpPr>
          <p:nvPr/>
        </p:nvSpPr>
        <p:spPr>
          <a:xfrm>
            <a:off x="935621" y="1443218"/>
            <a:ext cx="8382000" cy="419100"/>
          </a:xfrm>
          <a:prstGeom prst="rect">
            <a:avLst/>
          </a:prstGeom>
          <a:noFill/>
          <a:ln w="0">
            <a:noFill/>
            <a:prstDash val="solid"/>
          </a:ln>
        </p:spPr>
        <p:txBody>
          <a:bodyPr/>
          <a:lstStyle/>
          <a:p>
            <a:pPr>
              <a:defRPr sz="1763">
                <a:solidFill>
                  <a:srgbClr val="000000"/>
                </a:solidFill>
                <a:latin typeface="楷体"/>
                <a:ea typeface="楷体"/>
                <a:cs typeface="楷体"/>
              </a:defRPr>
            </a:pPr>
            <a:r>
              <a:rPr lang="zh-CN" altLang="en-US" sz="2000" b="1" dirty="0">
                <a:solidFill>
                  <a:srgbClr val="000000"/>
                </a:solidFill>
                <a:latin typeface="楷体"/>
                <a:ea typeface="楷体"/>
                <a:cs typeface="楷体"/>
              </a:rPr>
              <a:t>核心问题：</a:t>
            </a:r>
            <a:r>
              <a:rPr lang="en-US" altLang="zh-CN" sz="2000" b="1" dirty="0">
                <a:solidFill>
                  <a:srgbClr val="000000"/>
                </a:solidFill>
                <a:latin typeface="楷体"/>
                <a:ea typeface="楷体"/>
                <a:cs typeface="楷体"/>
              </a:rPr>
              <a:t>TFMs</a:t>
            </a:r>
            <a:r>
              <a:rPr lang="zh-CN" altLang="en-US" sz="2000" b="1" dirty="0">
                <a:solidFill>
                  <a:srgbClr val="000000"/>
                </a:solidFill>
                <a:latin typeface="楷体"/>
                <a:ea typeface="楷体"/>
                <a:cs typeface="楷体"/>
              </a:rPr>
              <a:t>是否真正优于</a:t>
            </a:r>
            <a:r>
              <a:rPr lang="en-US" altLang="zh-CN" sz="2000" b="1" dirty="0">
                <a:solidFill>
                  <a:srgbClr val="000000"/>
                </a:solidFill>
                <a:latin typeface="楷体"/>
                <a:ea typeface="楷体"/>
                <a:cs typeface="楷体"/>
              </a:rPr>
              <a:t>GBDTs</a:t>
            </a:r>
            <a:r>
              <a:rPr lang="zh-CN" altLang="en-US" sz="2000" b="1" dirty="0">
                <a:solidFill>
                  <a:srgbClr val="000000"/>
                </a:solidFill>
                <a:latin typeface="楷体"/>
                <a:ea typeface="楷体"/>
                <a:cs typeface="楷体"/>
              </a:rPr>
              <a:t>？</a:t>
            </a:r>
          </a:p>
          <a:p>
            <a:pPr marL="0" indent="0" algn="l">
              <a:buNone/>
              <a:defRPr sz="1763">
                <a:solidFill>
                  <a:srgbClr val="000000"/>
                </a:solidFill>
                <a:latin typeface="楷体"/>
                <a:ea typeface="楷体"/>
                <a:cs typeface="楷体"/>
              </a:defRPr>
            </a:pPr>
            <a:endParaRPr sz="2000" b="1" dirty="0">
              <a:solidFill>
                <a:srgbClr val="000000"/>
              </a:solidFill>
              <a:latin typeface="楷体"/>
              <a:ea typeface="楷体"/>
              <a:cs typeface="楷体"/>
            </a:endParaRPr>
          </a:p>
        </p:txBody>
      </p:sp>
      <p:graphicFrame>
        <p:nvGraphicFramePr>
          <p:cNvPr id="7" name="表格 6"/>
          <p:cNvGraphicFramePr/>
          <p:nvPr>
            <p:extLst>
              <p:ext uri="{D42A27DB-BD31-4B8C-83A1-F6EECF244321}">
                <p14:modId xmlns:p14="http://schemas.microsoft.com/office/powerpoint/2010/main" val="3909652812"/>
              </p:ext>
            </p:extLst>
          </p:nvPr>
        </p:nvGraphicFramePr>
        <p:xfrm>
          <a:off x="2144931" y="3326395"/>
          <a:ext cx="8191261" cy="3063254"/>
        </p:xfrm>
        <a:graphic>
          <a:graphicData uri="http://schemas.openxmlformats.org/drawingml/2006/table">
            <a:tbl>
              <a:tblPr firstRow="1"/>
              <a:tblGrid>
                <a:gridCol w="3922205">
                  <a:extLst>
                    <a:ext uri="{9D8B030D-6E8A-4147-A177-3AD203B41FA5}">
                      <a16:colId xmlns:a16="http://schemas.microsoft.com/office/drawing/2014/main" val="20000"/>
                    </a:ext>
                  </a:extLst>
                </a:gridCol>
                <a:gridCol w="4269056">
                  <a:extLst>
                    <a:ext uri="{9D8B030D-6E8A-4147-A177-3AD203B41FA5}">
                      <a16:colId xmlns:a16="http://schemas.microsoft.com/office/drawing/2014/main" val="20001"/>
                    </a:ext>
                  </a:extLst>
                </a:gridCol>
              </a:tblGrid>
              <a:tr h="1531627">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2400" b="1" dirty="0">
                          <a:solidFill>
                            <a:srgbClr val="000000"/>
                          </a:solidFill>
                          <a:latin typeface="楷体"/>
                          <a:ea typeface="+mn-ea"/>
                          <a:cs typeface="楷体"/>
                        </a:rPr>
                        <a:t>预测性能</a:t>
                      </a:r>
                      <a:endParaRPr lang="en-US" altLang="zh-CN" sz="2400" b="1" dirty="0">
                        <a:solidFill>
                          <a:srgbClr val="000000"/>
                        </a:solidFill>
                        <a:latin typeface="楷体"/>
                        <a:ea typeface="+mn-ea"/>
                        <a:cs typeface="楷体"/>
                      </a:endParaRPr>
                    </a:p>
                    <a:p>
                      <a:pPr marL="0" marR="0" lvl="0" indent="0" algn="ctr" defTabSz="914400" eaLnBrk="1" fontAlgn="auto" latinLnBrk="0" hangingPunct="1">
                        <a:lnSpc>
                          <a:spcPct val="100000"/>
                        </a:lnSpc>
                        <a:spcBef>
                          <a:spcPts val="0"/>
                        </a:spcBef>
                        <a:spcAft>
                          <a:spcPts val="0"/>
                        </a:spcAft>
                        <a:buClrTx/>
                        <a:buSzTx/>
                        <a:buFontTx/>
                        <a:buNone/>
                        <a:tabLst/>
                        <a:defRPr/>
                      </a:pPr>
                      <a:endParaRPr lang="en-US" altLang="zh-CN" sz="2400" b="1" dirty="0">
                        <a:solidFill>
                          <a:srgbClr val="000000"/>
                        </a:solidFill>
                        <a:latin typeface="楷体"/>
                        <a:ea typeface="+mn-ea"/>
                        <a:cs typeface="楷体"/>
                      </a:endParaRPr>
                    </a:p>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800" b="0" dirty="0">
                          <a:solidFill>
                            <a:srgbClr val="000000"/>
                          </a:solidFill>
                          <a:latin typeface="楷体"/>
                          <a:ea typeface="+mn-ea"/>
                          <a:cs typeface="楷体"/>
                        </a:rPr>
                        <a:t>新模型是否能取得更高准确率？</a:t>
                      </a:r>
                    </a:p>
                  </a:txBody>
                  <a:tcPr marL="57150" marR="57150" marT="38100" marB="38100" anchor="ctr">
                    <a:lnL w="12700" cmpd="sng">
                      <a:noFill/>
                      <a:prstDash val="solid"/>
                    </a:lnL>
                    <a:lnR w="12700" cap="flat" cmpd="sng" algn="ctr">
                      <a:solidFill>
                        <a:schemeClr val="tx1"/>
                      </a:solidFill>
                      <a:prstDash val="solid"/>
                      <a:round/>
                      <a:headEnd type="none" w="med" len="med"/>
                      <a:tailEnd type="none" w="med" len="me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zh-CN" altLang="en-US" sz="2400" b="1" dirty="0">
                          <a:solidFill>
                            <a:srgbClr val="000000"/>
                          </a:solidFill>
                          <a:latin typeface="楷体"/>
                          <a:ea typeface="楷体"/>
                          <a:cs typeface="楷体"/>
                        </a:rPr>
                        <a:t>可靠性</a:t>
                      </a:r>
                      <a:endParaRPr lang="en-US" altLang="zh-CN" sz="2400" b="1" dirty="0">
                        <a:solidFill>
                          <a:srgbClr val="000000"/>
                        </a:solidFill>
                        <a:latin typeface="楷体"/>
                        <a:ea typeface="楷体"/>
                        <a:cs typeface="楷体"/>
                      </a:endParaRPr>
                    </a:p>
                    <a:p>
                      <a:pPr algn="ctr"/>
                      <a:endParaRPr lang="en-US" altLang="zh-CN" sz="2400" b="1" dirty="0">
                        <a:solidFill>
                          <a:srgbClr val="000000"/>
                        </a:solidFill>
                        <a:latin typeface="楷体"/>
                        <a:ea typeface="楷体"/>
                        <a:cs typeface="楷体"/>
                      </a:endParaRPr>
                    </a:p>
                    <a:p>
                      <a:pPr algn="ctr"/>
                      <a:r>
                        <a:rPr lang="zh-CN" altLang="zh-CN" sz="1800" dirty="0">
                          <a:solidFill>
                            <a:schemeClr val="tx1"/>
                          </a:solidFill>
                          <a:latin typeface="+mn-lt"/>
                          <a:ea typeface="+mn-ea"/>
                          <a:cs typeface="+mn-cs"/>
                        </a:rPr>
                        <a:t>模型置信度是否可信？</a:t>
                      </a:r>
                      <a:endParaRPr lang="zh-CN" altLang="en-US" sz="2400" b="1" dirty="0">
                        <a:solidFill>
                          <a:srgbClr val="000000"/>
                        </a:solidFill>
                        <a:latin typeface="楷体"/>
                        <a:ea typeface="+mn-ea"/>
                        <a:cs typeface="楷体"/>
                      </a:endParaRPr>
                    </a:p>
                  </a:txBody>
                  <a:tcPr marL="57150" marR="57150" marT="38100" marB="38100" anchor="ctr">
                    <a:lnL w="12700" cap="flat" cmpd="sng" algn="ctr">
                      <a:solidFill>
                        <a:schemeClr val="tx1"/>
                      </a:solidFill>
                      <a:prstDash val="solid"/>
                      <a:round/>
                      <a:headEnd type="none" w="med" len="med"/>
                      <a:tailEnd type="none" w="med" len="me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531627">
                <a:tc>
                  <a:txBody>
                    <a:bodyPr/>
                    <a:lstStyle/>
                    <a:p>
                      <a:pPr algn="ctr"/>
                      <a:r>
                        <a:rPr lang="zh-CN" altLang="en-US" sz="2400" b="1" dirty="0">
                          <a:solidFill>
                            <a:srgbClr val="000000"/>
                          </a:solidFill>
                          <a:latin typeface="楷体"/>
                          <a:ea typeface="楷体"/>
                          <a:cs typeface="楷体"/>
                        </a:rPr>
                        <a:t>时间可扩展性</a:t>
                      </a:r>
                      <a:endParaRPr lang="en-US" altLang="zh-CN" sz="2400" b="1" dirty="0">
                        <a:solidFill>
                          <a:srgbClr val="000000"/>
                        </a:solidFill>
                        <a:latin typeface="楷体"/>
                        <a:ea typeface="楷体"/>
                        <a:cs typeface="楷体"/>
                      </a:endParaRPr>
                    </a:p>
                    <a:p>
                      <a:pPr algn="ctr"/>
                      <a:endParaRPr lang="en-US" altLang="zh-CN" sz="2400" b="1" dirty="0">
                        <a:solidFill>
                          <a:srgbClr val="000000"/>
                        </a:solidFill>
                        <a:latin typeface="楷体"/>
                        <a:ea typeface="楷体"/>
                        <a:cs typeface="楷体"/>
                      </a:endParaRPr>
                    </a:p>
                    <a:p>
                      <a:pPr algn="ctr"/>
                      <a:r>
                        <a:rPr lang="zh-CN" altLang="en-US" sz="1800" dirty="0">
                          <a:solidFill>
                            <a:schemeClr val="tx1"/>
                          </a:solidFill>
                          <a:latin typeface="+mn-lt"/>
                          <a:ea typeface="+mn-ea"/>
                          <a:cs typeface="+mn-cs"/>
                        </a:rPr>
                        <a:t>计算的时间成本如何变化？</a:t>
                      </a:r>
                      <a:endParaRPr lang="zh-CN" altLang="en-US" sz="2400" b="1" dirty="0">
                        <a:solidFill>
                          <a:srgbClr val="000000"/>
                        </a:solidFill>
                        <a:latin typeface="楷体"/>
                        <a:ea typeface="楷体"/>
                        <a:cs typeface="楷体"/>
                      </a:endParaRPr>
                    </a:p>
                  </a:txBody>
                  <a:tcPr marL="57150" marR="57150" marT="38100" marB="38100" anchor="ctr">
                    <a:lnL w="12700" cmpd="sng">
                      <a:no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tc>
                  <a:txBody>
                    <a:bodyPr/>
                    <a:lstStyle/>
                    <a:p>
                      <a:pPr algn="ctr"/>
                      <a:r>
                        <a:rPr lang="zh-CN" altLang="en-US" sz="2400" b="1" dirty="0">
                          <a:solidFill>
                            <a:srgbClr val="000000"/>
                          </a:solidFill>
                          <a:latin typeface="楷体"/>
                          <a:ea typeface="楷体"/>
                          <a:cs typeface="楷体"/>
                        </a:rPr>
                        <a:t>内存可扩展性</a:t>
                      </a:r>
                      <a:endParaRPr lang="en-US" altLang="zh-CN" sz="2400" b="1" dirty="0">
                        <a:solidFill>
                          <a:srgbClr val="000000"/>
                        </a:solidFill>
                        <a:latin typeface="楷体"/>
                        <a:ea typeface="楷体"/>
                        <a:cs typeface="楷体"/>
                      </a:endParaRPr>
                    </a:p>
                    <a:p>
                      <a:pPr algn="ctr"/>
                      <a:endParaRPr lang="en-US" altLang="zh-CN" sz="2400" b="1" dirty="0">
                        <a:solidFill>
                          <a:srgbClr val="000000"/>
                        </a:solidFill>
                        <a:latin typeface="楷体"/>
                        <a:ea typeface="楷体"/>
                        <a:cs typeface="楷体"/>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prstClr val="black"/>
                          </a:solidFill>
                          <a:effectLst/>
                          <a:uLnTx/>
                          <a:uFillTx/>
                          <a:latin typeface="+mn-lt"/>
                          <a:ea typeface="+mn-ea"/>
                          <a:cs typeface="+mn-cs"/>
                        </a:rPr>
                        <a:t>计算的内存成本如何变化？</a:t>
                      </a:r>
                      <a:endParaRPr kumimoji="0" lang="zh-CN" altLang="en-US" sz="2400" b="1" i="0" u="none" strike="noStrike" kern="0" cap="none" spc="0" normalizeH="0" baseline="0" noProof="0" dirty="0">
                        <a:ln>
                          <a:noFill/>
                        </a:ln>
                        <a:solidFill>
                          <a:srgbClr val="000000"/>
                        </a:solidFill>
                        <a:effectLst/>
                        <a:uLnTx/>
                        <a:uFillTx/>
                        <a:latin typeface="楷体"/>
                        <a:ea typeface="+mn-ea"/>
                        <a:cs typeface="楷体"/>
                      </a:endParaRPr>
                    </a:p>
                  </a:txBody>
                  <a:tcPr marL="57150" marR="57150" marT="38100" marB="38100" anchor="ctr">
                    <a:lnL w="12700" cap="flat" cmpd="sng" algn="ctr">
                      <a:solidFill>
                        <a:schemeClr val="tx1"/>
                      </a:solidFill>
                      <a:prstDash val="solid"/>
                      <a:round/>
                      <a:headEnd type="none" w="med" len="med"/>
                      <a:tailEnd type="none" w="med" len="me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4" name="矩形 3">
            <a:extLst>
              <a:ext uri="{FF2B5EF4-FFF2-40B4-BE49-F238E27FC236}">
                <a16:creationId xmlns:a16="http://schemas.microsoft.com/office/drawing/2014/main" id="{F126C94B-F882-42C2-AD66-E162BC76F6C0}"/>
              </a:ext>
            </a:extLst>
          </p:cNvPr>
          <p:cNvSpPr>
            <a:spLocks noGrp="1"/>
          </p:cNvSpPr>
          <p:nvPr/>
        </p:nvSpPr>
        <p:spPr>
          <a:xfrm>
            <a:off x="935621" y="2251456"/>
            <a:ext cx="9736238" cy="685801"/>
          </a:xfrm>
          <a:prstGeom prst="rect">
            <a:avLst/>
          </a:prstGeom>
          <a:noFill/>
          <a:ln w="0">
            <a:noFill/>
            <a:prstDash val="solid"/>
          </a:ln>
        </p:spPr>
        <p:txBody>
          <a:bodyPr/>
          <a:lstStyle/>
          <a:p>
            <a:pPr>
              <a:defRPr sz="1763">
                <a:solidFill>
                  <a:srgbClr val="000000"/>
                </a:solidFill>
                <a:latin typeface="楷体"/>
                <a:ea typeface="楷体"/>
                <a:cs typeface="楷体"/>
              </a:defRPr>
            </a:pPr>
            <a:r>
              <a:rPr lang="zh-CN" altLang="en-US" sz="2000" dirty="0">
                <a:solidFill>
                  <a:srgbClr val="000000"/>
                </a:solidFill>
                <a:latin typeface="楷体"/>
                <a:ea typeface="楷体"/>
                <a:cs typeface="楷体"/>
              </a:rPr>
              <a:t>实验模型：</a:t>
            </a:r>
            <a:r>
              <a:rPr lang="en-US" altLang="zh-CN" sz="2000" dirty="0">
                <a:solidFill>
                  <a:srgbClr val="000000"/>
                </a:solidFill>
                <a:latin typeface="楷体"/>
                <a:ea typeface="楷体"/>
                <a:cs typeface="楷体"/>
              </a:rPr>
              <a:t>TFMs</a:t>
            </a:r>
            <a:r>
              <a:rPr lang="zh-CN" altLang="en-US" sz="2000" dirty="0">
                <a:solidFill>
                  <a:srgbClr val="000000"/>
                </a:solidFill>
                <a:latin typeface="楷体"/>
                <a:ea typeface="楷体"/>
                <a:cs typeface="楷体"/>
              </a:rPr>
              <a:t>：</a:t>
            </a:r>
            <a:r>
              <a:rPr lang="en-US" altLang="zh-CN" sz="2000" dirty="0" err="1">
                <a:solidFill>
                  <a:srgbClr val="000000"/>
                </a:solidFill>
                <a:latin typeface="楷体"/>
                <a:ea typeface="楷体"/>
                <a:cs typeface="楷体"/>
              </a:rPr>
              <a:t>TabICL</a:t>
            </a:r>
            <a:r>
              <a:rPr lang="zh-CN" altLang="en-US" sz="2000" dirty="0">
                <a:solidFill>
                  <a:srgbClr val="000000"/>
                </a:solidFill>
                <a:latin typeface="楷体"/>
                <a:ea typeface="楷体"/>
                <a:cs typeface="楷体"/>
              </a:rPr>
              <a:t>、</a:t>
            </a:r>
            <a:r>
              <a:rPr lang="en-US" altLang="zh-CN" sz="2000" dirty="0" err="1">
                <a:solidFill>
                  <a:srgbClr val="000000"/>
                </a:solidFill>
                <a:latin typeface="楷体"/>
                <a:ea typeface="楷体"/>
                <a:cs typeface="楷体"/>
              </a:rPr>
              <a:t>TabPFN</a:t>
            </a:r>
            <a:r>
              <a:rPr lang="zh-CN" altLang="en-US" sz="2000" dirty="0">
                <a:solidFill>
                  <a:srgbClr val="000000"/>
                </a:solidFill>
                <a:latin typeface="楷体"/>
                <a:ea typeface="楷体"/>
                <a:cs typeface="楷体"/>
              </a:rPr>
              <a:t>；</a:t>
            </a:r>
            <a:r>
              <a:rPr lang="en-US" altLang="zh-CN" sz="2000" dirty="0">
                <a:solidFill>
                  <a:srgbClr val="000000"/>
                </a:solidFill>
                <a:latin typeface="楷体"/>
                <a:ea typeface="楷体"/>
                <a:cs typeface="楷体"/>
              </a:rPr>
              <a:t>GBDTs</a:t>
            </a:r>
            <a:r>
              <a:rPr lang="zh-CN" altLang="en-US" sz="2000" dirty="0">
                <a:solidFill>
                  <a:srgbClr val="000000"/>
                </a:solidFill>
                <a:latin typeface="楷体"/>
                <a:ea typeface="楷体"/>
                <a:cs typeface="楷体"/>
              </a:rPr>
              <a:t>：</a:t>
            </a:r>
            <a:r>
              <a:rPr lang="en-US" altLang="zh-CN" sz="2000" dirty="0" err="1">
                <a:solidFill>
                  <a:srgbClr val="000000"/>
                </a:solidFill>
                <a:latin typeface="楷体"/>
                <a:ea typeface="楷体"/>
                <a:cs typeface="楷体"/>
              </a:rPr>
              <a:t>LightGBM</a:t>
            </a:r>
            <a:r>
              <a:rPr lang="zh-CN" altLang="en-US" sz="2000" dirty="0">
                <a:solidFill>
                  <a:srgbClr val="000000"/>
                </a:solidFill>
                <a:latin typeface="楷体"/>
                <a:ea typeface="楷体"/>
                <a:cs typeface="楷体"/>
              </a:rPr>
              <a:t>、</a:t>
            </a:r>
            <a:r>
              <a:rPr lang="en-US" altLang="zh-CN" sz="2000" dirty="0" err="1">
                <a:solidFill>
                  <a:srgbClr val="000000"/>
                </a:solidFill>
                <a:latin typeface="楷体"/>
                <a:ea typeface="楷体"/>
                <a:cs typeface="楷体"/>
              </a:rPr>
              <a:t>XGBoost</a:t>
            </a:r>
            <a:endParaRPr lang="zh-CN" altLang="en-US" sz="2000" dirty="0">
              <a:solidFill>
                <a:srgbClr val="000000"/>
              </a:solidFill>
              <a:latin typeface="楷体"/>
              <a:ea typeface="楷体"/>
              <a:cs typeface="楷体"/>
            </a:endParaRPr>
          </a:p>
          <a:p>
            <a:pPr marL="0" indent="0">
              <a:buNone/>
              <a:defRPr sz="1763">
                <a:solidFill>
                  <a:srgbClr val="000000"/>
                </a:solidFill>
                <a:latin typeface="楷体"/>
                <a:ea typeface="楷体"/>
                <a:cs typeface="楷体"/>
              </a:defRPr>
            </a:pPr>
            <a:endParaRPr sz="2000" b="0" dirty="0">
              <a:solidFill>
                <a:srgbClr val="000000"/>
              </a:solidFill>
              <a:latin typeface="楷体"/>
              <a:ea typeface="楷体"/>
              <a:cs typeface="楷体"/>
            </a:endParaRPr>
          </a:p>
        </p:txBody>
      </p:sp>
      <p:sp>
        <p:nvSpPr>
          <p:cNvPr id="8" name="等腰三角形 7">
            <a:extLst>
              <a:ext uri="{FF2B5EF4-FFF2-40B4-BE49-F238E27FC236}">
                <a16:creationId xmlns:a16="http://schemas.microsoft.com/office/drawing/2014/main" id="{4F83234F-DDF1-3017-9B28-5885EC79AE7C}"/>
              </a:ext>
            </a:extLst>
          </p:cNvPr>
          <p:cNvSpPr/>
          <p:nvPr/>
        </p:nvSpPr>
        <p:spPr>
          <a:xfrm>
            <a:off x="5980252" y="3334594"/>
            <a:ext cx="162046" cy="188812"/>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
        <p:nvSpPr>
          <p:cNvPr id="10" name="等腰三角形 9">
            <a:extLst>
              <a:ext uri="{FF2B5EF4-FFF2-40B4-BE49-F238E27FC236}">
                <a16:creationId xmlns:a16="http://schemas.microsoft.com/office/drawing/2014/main" id="{E0370BB0-2D4F-4270-740D-FF9C50C7DEAC}"/>
              </a:ext>
            </a:extLst>
          </p:cNvPr>
          <p:cNvSpPr/>
          <p:nvPr/>
        </p:nvSpPr>
        <p:spPr>
          <a:xfrm rot="5400000">
            <a:off x="10175953" y="4754934"/>
            <a:ext cx="162046" cy="188812"/>
          </a:xfrm>
          <a:prstGeom prst="triangl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68894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AA668F4F-70FE-47E4-949D-BC971F6B7144}"/>
              </a:ext>
            </a:extLst>
          </p:cNvPr>
          <p:cNvSpPr>
            <a:spLocks noGrp="1"/>
          </p:cNvSpPr>
          <p:nvPr/>
        </p:nvSpPr>
        <p:spPr>
          <a:xfrm>
            <a:off x="266700" y="171450"/>
            <a:ext cx="9334500" cy="685800"/>
          </a:xfrm>
          <a:prstGeom prst="rect">
            <a:avLst/>
          </a:prstGeom>
          <a:noFill/>
          <a:ln w="0">
            <a:noFill/>
            <a:prstDash val="solid"/>
          </a:ln>
        </p:spPr>
        <p:txBody>
          <a:bodyPr/>
          <a:lstStyle/>
          <a:p>
            <a:pPr>
              <a:defRPr sz="3600" b="1">
                <a:solidFill>
                  <a:srgbClr val="000000"/>
                </a:solidFill>
                <a:latin typeface="微软雅黑"/>
                <a:ea typeface="微软雅黑"/>
                <a:cs typeface="微软雅黑"/>
              </a:defRPr>
            </a:pPr>
            <a:r>
              <a:rPr lang="zh-CN" altLang="en-US" sz="3600" b="1" dirty="0">
                <a:solidFill>
                  <a:srgbClr val="000000"/>
                </a:solidFill>
                <a:latin typeface="微软雅黑"/>
                <a:ea typeface="微软雅黑"/>
                <a:cs typeface="微软雅黑"/>
              </a:rPr>
              <a:t>方法设计：控制变量</a:t>
            </a:r>
          </a:p>
        </p:txBody>
      </p:sp>
      <p:sp>
        <p:nvSpPr>
          <p:cNvPr id="2" name="矩形 1">
            <a:extLst>
              <a:ext uri="{FF2B5EF4-FFF2-40B4-BE49-F238E27FC236}">
                <a16:creationId xmlns:a16="http://schemas.microsoft.com/office/drawing/2014/main" id="{94B1263E-81B2-4AF9-9193-4253E3EA4A0D}"/>
              </a:ext>
            </a:extLst>
          </p:cNvPr>
          <p:cNvSpPr>
            <a:spLocks noGrp="1"/>
          </p:cNvSpPr>
          <p:nvPr/>
        </p:nvSpPr>
        <p:spPr>
          <a:xfrm>
            <a:off x="952499" y="1438275"/>
            <a:ext cx="10367542" cy="419100"/>
          </a:xfrm>
          <a:prstGeom prst="rect">
            <a:avLst/>
          </a:prstGeom>
          <a:noFill/>
          <a:ln w="0">
            <a:noFill/>
            <a:prstDash val="solid"/>
          </a:ln>
        </p:spPr>
        <p:txBody>
          <a:bodyPr/>
          <a:lstStyle/>
          <a:p>
            <a:pPr>
              <a:defRPr sz="1763">
                <a:solidFill>
                  <a:srgbClr val="000000"/>
                </a:solidFill>
                <a:latin typeface="楷体"/>
                <a:ea typeface="楷体"/>
                <a:cs typeface="楷体"/>
              </a:defRPr>
            </a:pPr>
            <a:r>
              <a:rPr lang="zh-CN" altLang="en-US" sz="2000" b="1" dirty="0">
                <a:solidFill>
                  <a:srgbClr val="000000"/>
                </a:solidFill>
                <a:latin typeface="楷体"/>
                <a:ea typeface="楷体"/>
                <a:cs typeface="楷体"/>
              </a:rPr>
              <a:t>受控变量策略：选取样本量和特征量衡量可扩展性，控制变量</a:t>
            </a:r>
            <a:r>
              <a:rPr lang="zh-CN" altLang="en-US" sz="2000" b="1" dirty="0"/>
              <a:t>分离样本量和特征量的影响</a:t>
            </a:r>
          </a:p>
          <a:p>
            <a:pPr>
              <a:defRPr sz="1763">
                <a:solidFill>
                  <a:srgbClr val="000000"/>
                </a:solidFill>
                <a:latin typeface="楷体"/>
                <a:ea typeface="楷体"/>
                <a:cs typeface="楷体"/>
              </a:defRPr>
            </a:pPr>
            <a:endParaRPr lang="zh-CN" altLang="en-US" sz="2000" b="1" dirty="0">
              <a:solidFill>
                <a:srgbClr val="000000"/>
              </a:solidFill>
              <a:latin typeface="楷体"/>
              <a:ea typeface="楷体"/>
              <a:cs typeface="楷体"/>
            </a:endParaRPr>
          </a:p>
          <a:p>
            <a:pPr marL="0" indent="0" algn="l">
              <a:buNone/>
              <a:defRPr sz="1763">
                <a:solidFill>
                  <a:srgbClr val="000000"/>
                </a:solidFill>
                <a:latin typeface="楷体"/>
                <a:ea typeface="楷体"/>
                <a:cs typeface="楷体"/>
              </a:defRPr>
            </a:pPr>
            <a:endParaRPr sz="2000" b="1" dirty="0">
              <a:solidFill>
                <a:srgbClr val="000000"/>
              </a:solidFill>
              <a:latin typeface="楷体"/>
              <a:ea typeface="楷体"/>
              <a:cs typeface="楷体"/>
            </a:endParaRPr>
          </a:p>
        </p:txBody>
      </p:sp>
      <p:sp>
        <p:nvSpPr>
          <p:cNvPr id="3" name="矩形 2">
            <a:extLst>
              <a:ext uri="{FF2B5EF4-FFF2-40B4-BE49-F238E27FC236}">
                <a16:creationId xmlns:a16="http://schemas.microsoft.com/office/drawing/2014/main" id="{CFDABD5D-ADB7-4E87-AE42-6ADE49E62B94}"/>
              </a:ext>
            </a:extLst>
          </p:cNvPr>
          <p:cNvSpPr>
            <a:spLocks noGrp="1"/>
          </p:cNvSpPr>
          <p:nvPr/>
        </p:nvSpPr>
        <p:spPr>
          <a:xfrm>
            <a:off x="952500" y="1954916"/>
            <a:ext cx="9810750" cy="2138182"/>
          </a:xfrm>
          <a:prstGeom prst="rect">
            <a:avLst/>
          </a:prstGeom>
          <a:noFill/>
          <a:ln w="0">
            <a:noFill/>
            <a:prstDash val="solid"/>
          </a:ln>
        </p:spPr>
        <p:txBody>
          <a:bodyPr/>
          <a:lstStyle/>
          <a:p>
            <a:pPr marL="24" indent="-14">
              <a:defRPr sz="1838">
                <a:solidFill>
                  <a:srgbClr val="000000"/>
                </a:solidFill>
                <a:latin typeface="楷体"/>
                <a:ea typeface="楷体"/>
                <a:cs typeface="楷体"/>
              </a:defRPr>
            </a:pPr>
            <a:r>
              <a:rPr lang="zh-CN" altLang="en-US" sz="1838" dirty="0">
                <a:solidFill>
                  <a:srgbClr val="000000"/>
                </a:solidFill>
                <a:latin typeface="楷体"/>
                <a:ea typeface="楷体"/>
                <a:cs typeface="楷体"/>
              </a:rPr>
              <a:t>样本数扩展性：</a:t>
            </a:r>
            <a:endParaRPr lang="en-US" altLang="zh-CN" sz="1838" dirty="0">
              <a:solidFill>
                <a:srgbClr val="000000"/>
              </a:solidFill>
              <a:latin typeface="楷体"/>
              <a:ea typeface="楷体"/>
              <a:cs typeface="楷体"/>
            </a:endParaRPr>
          </a:p>
          <a:p>
            <a:pPr marL="24" indent="-14">
              <a:defRPr sz="1838">
                <a:solidFill>
                  <a:srgbClr val="000000"/>
                </a:solidFill>
                <a:latin typeface="楷体"/>
                <a:ea typeface="楷体"/>
                <a:cs typeface="楷体"/>
              </a:defRPr>
            </a:pPr>
            <a:r>
              <a:rPr lang="en-US" altLang="zh-CN" sz="1838" dirty="0">
                <a:solidFill>
                  <a:srgbClr val="000000"/>
                </a:solidFill>
                <a:latin typeface="楷体"/>
                <a:ea typeface="楷体"/>
                <a:cs typeface="楷体"/>
              </a:rPr>
              <a:t>·</a:t>
            </a:r>
            <a:r>
              <a:rPr lang="zh-CN" altLang="en-US" sz="1838" dirty="0">
                <a:solidFill>
                  <a:srgbClr val="000000"/>
                </a:solidFill>
                <a:latin typeface="楷体"/>
                <a:ea typeface="楷体"/>
                <a:cs typeface="楷体"/>
              </a:rPr>
              <a:t>样本数增加</a:t>
            </a:r>
            <a:endParaRPr lang="en-US" altLang="zh-CN" sz="1838" dirty="0">
              <a:solidFill>
                <a:srgbClr val="000000"/>
              </a:solidFill>
              <a:latin typeface="楷体"/>
              <a:ea typeface="楷体"/>
              <a:cs typeface="楷体"/>
            </a:endParaRPr>
          </a:p>
          <a:p>
            <a:pPr marL="24" indent="-14">
              <a:defRPr sz="1838">
                <a:solidFill>
                  <a:srgbClr val="000000"/>
                </a:solidFill>
                <a:latin typeface="楷体"/>
                <a:ea typeface="楷体"/>
                <a:cs typeface="楷体"/>
              </a:defRPr>
            </a:pPr>
            <a:r>
              <a:rPr lang="en-US" altLang="zh-CN" sz="1838" dirty="0">
                <a:solidFill>
                  <a:srgbClr val="000000"/>
                </a:solidFill>
                <a:latin typeface="楷体"/>
                <a:ea typeface="楷体"/>
                <a:cs typeface="楷体"/>
              </a:rPr>
              <a:t>·</a:t>
            </a:r>
            <a:r>
              <a:rPr lang="zh-CN" altLang="en-US" sz="1838" dirty="0">
                <a:solidFill>
                  <a:srgbClr val="000000"/>
                </a:solidFill>
                <a:latin typeface="楷体"/>
                <a:ea typeface="楷体"/>
                <a:cs typeface="楷体"/>
              </a:rPr>
              <a:t>特征数保持相近</a:t>
            </a:r>
            <a:endParaRPr lang="en-US" altLang="zh-CN" sz="1838" dirty="0">
              <a:solidFill>
                <a:srgbClr val="000000"/>
              </a:solidFill>
              <a:latin typeface="楷体"/>
              <a:ea typeface="楷体"/>
              <a:cs typeface="楷体"/>
            </a:endParaRPr>
          </a:p>
          <a:p>
            <a:pPr marL="24" indent="-14">
              <a:defRPr sz="1838">
                <a:solidFill>
                  <a:srgbClr val="000000"/>
                </a:solidFill>
                <a:latin typeface="楷体"/>
                <a:ea typeface="楷体"/>
                <a:cs typeface="楷体"/>
              </a:defRPr>
            </a:pPr>
            <a:endParaRPr lang="zh-CN" altLang="en-US" sz="1838" dirty="0">
              <a:solidFill>
                <a:srgbClr val="000000"/>
              </a:solidFill>
              <a:latin typeface="楷体"/>
              <a:ea typeface="楷体"/>
              <a:cs typeface="楷体"/>
            </a:endParaRPr>
          </a:p>
          <a:p>
            <a:pPr marL="24" indent="-14">
              <a:defRPr sz="1838">
                <a:solidFill>
                  <a:srgbClr val="000000"/>
                </a:solidFill>
                <a:latin typeface="楷体"/>
                <a:ea typeface="楷体"/>
                <a:cs typeface="楷体"/>
              </a:defRPr>
            </a:pPr>
            <a:r>
              <a:rPr lang="zh-CN" altLang="en-US" sz="1838" dirty="0">
                <a:solidFill>
                  <a:srgbClr val="000000"/>
                </a:solidFill>
                <a:latin typeface="楷体"/>
                <a:ea typeface="楷体"/>
                <a:cs typeface="楷体"/>
              </a:rPr>
              <a:t>特征数扩展性：</a:t>
            </a:r>
            <a:endParaRPr lang="en-US" altLang="zh-CN" sz="1838" dirty="0">
              <a:solidFill>
                <a:srgbClr val="000000"/>
              </a:solidFill>
              <a:latin typeface="楷体"/>
              <a:ea typeface="楷体"/>
              <a:cs typeface="楷体"/>
            </a:endParaRPr>
          </a:p>
          <a:p>
            <a:pPr marL="24" indent="-14">
              <a:defRPr sz="1838">
                <a:solidFill>
                  <a:srgbClr val="000000"/>
                </a:solidFill>
                <a:latin typeface="楷体"/>
                <a:ea typeface="楷体"/>
                <a:cs typeface="楷体"/>
              </a:defRPr>
            </a:pPr>
            <a:r>
              <a:rPr lang="en-US" altLang="zh-CN" sz="1838" dirty="0">
                <a:solidFill>
                  <a:srgbClr val="000000"/>
                </a:solidFill>
                <a:latin typeface="楷体"/>
                <a:ea typeface="楷体"/>
                <a:cs typeface="楷体"/>
              </a:rPr>
              <a:t>·</a:t>
            </a:r>
            <a:r>
              <a:rPr lang="zh-CN" altLang="en-US" sz="1838" dirty="0">
                <a:solidFill>
                  <a:srgbClr val="000000"/>
                </a:solidFill>
                <a:latin typeface="楷体"/>
                <a:ea typeface="楷体"/>
                <a:cs typeface="楷体"/>
              </a:rPr>
              <a:t>特征数增加</a:t>
            </a:r>
            <a:endParaRPr lang="en-US" altLang="zh-CN" sz="1838" dirty="0">
              <a:solidFill>
                <a:srgbClr val="000000"/>
              </a:solidFill>
              <a:latin typeface="楷体"/>
              <a:ea typeface="楷体"/>
              <a:cs typeface="楷体"/>
            </a:endParaRPr>
          </a:p>
          <a:p>
            <a:pPr marL="24" indent="-14">
              <a:defRPr sz="1838">
                <a:solidFill>
                  <a:srgbClr val="000000"/>
                </a:solidFill>
                <a:latin typeface="楷体"/>
                <a:ea typeface="楷体"/>
                <a:cs typeface="楷体"/>
              </a:defRPr>
            </a:pPr>
            <a:r>
              <a:rPr lang="en-US" altLang="zh-CN" sz="1838" dirty="0">
                <a:solidFill>
                  <a:srgbClr val="000000"/>
                </a:solidFill>
                <a:latin typeface="楷体"/>
                <a:ea typeface="楷体"/>
                <a:cs typeface="楷体"/>
              </a:rPr>
              <a:t>·</a:t>
            </a:r>
            <a:r>
              <a:rPr lang="zh-CN" altLang="en-US" sz="1838" dirty="0">
                <a:solidFill>
                  <a:srgbClr val="000000"/>
                </a:solidFill>
                <a:latin typeface="楷体"/>
                <a:ea typeface="楷体"/>
                <a:cs typeface="楷体"/>
              </a:rPr>
              <a:t>样本数保持相近</a:t>
            </a:r>
          </a:p>
        </p:txBody>
      </p:sp>
      <p:graphicFrame>
        <p:nvGraphicFramePr>
          <p:cNvPr id="8" name="表格 7"/>
          <p:cNvGraphicFramePr/>
          <p:nvPr>
            <p:extLst>
              <p:ext uri="{D42A27DB-BD31-4B8C-83A1-F6EECF244321}">
                <p14:modId xmlns:p14="http://schemas.microsoft.com/office/powerpoint/2010/main" val="2779209513"/>
              </p:ext>
            </p:extLst>
          </p:nvPr>
        </p:nvGraphicFramePr>
        <p:xfrm>
          <a:off x="952500" y="4387408"/>
          <a:ext cx="8191500" cy="1657350"/>
        </p:xfrm>
        <a:graphic>
          <a:graphicData uri="http://schemas.openxmlformats.org/drawingml/2006/table">
            <a:tbl>
              <a:tblPr firstRow="1"/>
              <a:tblGrid>
                <a:gridCol w="2381250">
                  <a:extLst>
                    <a:ext uri="{9D8B030D-6E8A-4147-A177-3AD203B41FA5}">
                      <a16:colId xmlns:a16="http://schemas.microsoft.com/office/drawing/2014/main" val="20000"/>
                    </a:ext>
                  </a:extLst>
                </a:gridCol>
                <a:gridCol w="2905125">
                  <a:extLst>
                    <a:ext uri="{9D8B030D-6E8A-4147-A177-3AD203B41FA5}">
                      <a16:colId xmlns:a16="http://schemas.microsoft.com/office/drawing/2014/main" val="20001"/>
                    </a:ext>
                  </a:extLst>
                </a:gridCol>
                <a:gridCol w="2905125">
                  <a:extLst>
                    <a:ext uri="{9D8B030D-6E8A-4147-A177-3AD203B41FA5}">
                      <a16:colId xmlns:a16="http://schemas.microsoft.com/office/drawing/2014/main" val="20002"/>
                    </a:ext>
                  </a:extLst>
                </a:gridCol>
              </a:tblGrid>
              <a:tr h="55245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楷体"/>
                          <a:ea typeface="+mn-ea"/>
                          <a:cs typeface="楷体"/>
                        </a:rPr>
                        <a:t>分析线</a:t>
                      </a:r>
                    </a:p>
                  </a:txBody>
                  <a:tcPr marL="57150" marR="57150" marT="38100" marB="38100" anchor="ctr">
                    <a:solidFill>
                      <a:srgbClr val="EEF6F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楷体"/>
                          <a:ea typeface="+mn-ea"/>
                          <a:cs typeface="楷体"/>
                        </a:rPr>
                        <a:t>控制变量</a:t>
                      </a:r>
                    </a:p>
                  </a:txBody>
                  <a:tcPr marL="57150" marR="57150" marT="38100" marB="38100" anchor="ctr">
                    <a:solidFill>
                      <a:srgbClr val="EEF6F1"/>
                    </a:solidFill>
                  </a:tcPr>
                </a:tc>
                <a:tc>
                  <a:txBody>
                    <a:bodyPr/>
                    <a:lstStyle/>
                    <a:p>
                      <a:pPr algn="ctr"/>
                      <a:r>
                        <a:rPr sz="1800" b="1">
                          <a:solidFill>
                            <a:srgbClr val="000000"/>
                          </a:solidFill>
                          <a:latin typeface="楷体"/>
                          <a:ea typeface="楷体"/>
                          <a:cs typeface="楷体"/>
                        </a:rPr>
                        <a:t>变化变量</a:t>
                      </a:r>
                    </a:p>
                  </a:txBody>
                  <a:tcPr marL="57150" marR="57150" marT="38100" marB="38100" anchor="ctr">
                    <a:solidFill>
                      <a:srgbClr val="EEF6F1"/>
                    </a:solidFill>
                  </a:tcPr>
                </a:tc>
                <a:extLst>
                  <a:ext uri="{0D108BD9-81ED-4DB2-BD59-A6C34878D82A}">
                    <a16:rowId xmlns:a16="http://schemas.microsoft.com/office/drawing/2014/main" val="10000"/>
                  </a:ext>
                </a:extLst>
              </a:tr>
              <a:tr h="55245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800" dirty="0">
                          <a:solidFill>
                            <a:srgbClr val="000000"/>
                          </a:solidFill>
                          <a:latin typeface="楷体"/>
                          <a:ea typeface="+mn-ea"/>
                          <a:cs typeface="楷体"/>
                        </a:rPr>
                        <a:t>样本数扩展性</a:t>
                      </a:r>
                    </a:p>
                  </a:txBody>
                  <a:tcPr marL="57150" marR="57150" marT="38100" marB="38100"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800" dirty="0">
                          <a:solidFill>
                            <a:srgbClr val="000000"/>
                          </a:solidFill>
                          <a:latin typeface="楷体"/>
                          <a:ea typeface="+mn-ea"/>
                          <a:cs typeface="楷体"/>
                        </a:rPr>
                        <a:t>特征数量接近</a:t>
                      </a:r>
                    </a:p>
                  </a:txBody>
                  <a:tcPr marL="57150" marR="57150" marT="38100" marB="38100"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800" dirty="0">
                          <a:solidFill>
                            <a:srgbClr val="000000"/>
                          </a:solidFill>
                          <a:latin typeface="楷体"/>
                          <a:ea typeface="+mn-ea"/>
                          <a:cs typeface="楷体"/>
                        </a:rPr>
                        <a:t>样本数量</a:t>
                      </a:r>
                    </a:p>
                  </a:txBody>
                  <a:tcPr marL="57150" marR="57150" marT="38100" marB="38100" anchor="ctr"/>
                </a:tc>
                <a:extLst>
                  <a:ext uri="{0D108BD9-81ED-4DB2-BD59-A6C34878D82A}">
                    <a16:rowId xmlns:a16="http://schemas.microsoft.com/office/drawing/2014/main" val="10001"/>
                  </a:ext>
                </a:extLst>
              </a:tr>
              <a:tr h="55245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800" dirty="0">
                          <a:solidFill>
                            <a:srgbClr val="000000"/>
                          </a:solidFill>
                          <a:latin typeface="楷体"/>
                          <a:ea typeface="+mn-ea"/>
                          <a:cs typeface="楷体"/>
                        </a:rPr>
                        <a:t>特征数扩展性</a:t>
                      </a:r>
                    </a:p>
                  </a:txBody>
                  <a:tcPr marL="57150" marR="57150" marT="38100" marB="38100"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800" dirty="0">
                          <a:solidFill>
                            <a:srgbClr val="000000"/>
                          </a:solidFill>
                          <a:latin typeface="楷体"/>
                          <a:ea typeface="+mn-ea"/>
                          <a:cs typeface="楷体"/>
                        </a:rPr>
                        <a:t>样本数量接近</a:t>
                      </a:r>
                    </a:p>
                  </a:txBody>
                  <a:tcPr marL="57150" marR="57150" marT="38100" marB="38100"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800" dirty="0">
                          <a:solidFill>
                            <a:srgbClr val="000000"/>
                          </a:solidFill>
                          <a:latin typeface="楷体"/>
                          <a:ea typeface="+mn-ea"/>
                          <a:cs typeface="楷体"/>
                        </a:rPr>
                        <a:t>特征数量</a:t>
                      </a:r>
                    </a:p>
                  </a:txBody>
                  <a:tcPr marL="57150" marR="57150" marT="38100" marB="3810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9949851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7B156EB-8EAE-4257-A258-6C49B153727A}"/>
              </a:ext>
            </a:extLst>
          </p:cNvPr>
          <p:cNvSpPr>
            <a:spLocks noGrp="1"/>
          </p:cNvSpPr>
          <p:nvPr/>
        </p:nvSpPr>
        <p:spPr>
          <a:xfrm>
            <a:off x="266700" y="171450"/>
            <a:ext cx="9334500" cy="685800"/>
          </a:xfrm>
          <a:prstGeom prst="rect">
            <a:avLst/>
          </a:prstGeom>
          <a:noFill/>
          <a:ln w="0">
            <a:noFill/>
            <a:prstDash val="solid"/>
          </a:ln>
        </p:spPr>
        <p:txBody>
          <a:bodyPr/>
          <a:lstStyle/>
          <a:p>
            <a:pPr>
              <a:defRPr sz="3600" b="1">
                <a:solidFill>
                  <a:srgbClr val="000000"/>
                </a:solidFill>
                <a:latin typeface="微软雅黑"/>
                <a:ea typeface="微软雅黑"/>
                <a:cs typeface="微软雅黑"/>
              </a:defRPr>
            </a:pPr>
            <a:r>
              <a:rPr lang="zh-CN" altLang="en-US" sz="3600" b="1" dirty="0">
                <a:solidFill>
                  <a:srgbClr val="000000"/>
                </a:solidFill>
                <a:latin typeface="微软雅黑"/>
                <a:ea typeface="微软雅黑"/>
                <a:cs typeface="微软雅黑"/>
              </a:rPr>
              <a:t>方法设计：评估指标</a:t>
            </a:r>
          </a:p>
        </p:txBody>
      </p:sp>
      <p:sp>
        <p:nvSpPr>
          <p:cNvPr id="2" name="矩形 1">
            <a:extLst>
              <a:ext uri="{FF2B5EF4-FFF2-40B4-BE49-F238E27FC236}">
                <a16:creationId xmlns:a16="http://schemas.microsoft.com/office/drawing/2014/main" id="{0A3F8FD6-548B-48AF-AC67-B243F842E972}"/>
              </a:ext>
            </a:extLst>
          </p:cNvPr>
          <p:cNvSpPr>
            <a:spLocks noGrp="1"/>
          </p:cNvSpPr>
          <p:nvPr/>
        </p:nvSpPr>
        <p:spPr>
          <a:xfrm>
            <a:off x="1024238" y="1441470"/>
            <a:ext cx="9048750" cy="419100"/>
          </a:xfrm>
          <a:prstGeom prst="rect">
            <a:avLst/>
          </a:prstGeom>
          <a:noFill/>
          <a:ln w="0">
            <a:noFill/>
            <a:prstDash val="solid"/>
          </a:ln>
        </p:spPr>
        <p:txBody>
          <a:bodyPr/>
          <a:lstStyle/>
          <a:p>
            <a:pPr>
              <a:defRPr sz="1763">
                <a:solidFill>
                  <a:srgbClr val="000000"/>
                </a:solidFill>
                <a:latin typeface="楷体"/>
                <a:ea typeface="楷体"/>
                <a:cs typeface="楷体"/>
              </a:defRPr>
            </a:pPr>
            <a:r>
              <a:rPr lang="zh-CN" altLang="en-US" sz="2000" b="1" dirty="0">
                <a:solidFill>
                  <a:srgbClr val="000000"/>
                </a:solidFill>
                <a:latin typeface="楷体"/>
                <a:ea typeface="楷体"/>
                <a:cs typeface="楷体"/>
              </a:rPr>
              <a:t>为预测性能、可扩展性和置信度指标分别选取合适的评估指标</a:t>
            </a:r>
          </a:p>
        </p:txBody>
      </p:sp>
      <p:graphicFrame>
        <p:nvGraphicFramePr>
          <p:cNvPr id="7" name="表格 6"/>
          <p:cNvGraphicFramePr/>
          <p:nvPr>
            <p:extLst>
              <p:ext uri="{D42A27DB-BD31-4B8C-83A1-F6EECF244321}">
                <p14:modId xmlns:p14="http://schemas.microsoft.com/office/powerpoint/2010/main" val="4169929713"/>
              </p:ext>
            </p:extLst>
          </p:nvPr>
        </p:nvGraphicFramePr>
        <p:xfrm>
          <a:off x="1024238" y="2444790"/>
          <a:ext cx="10261078" cy="2880649"/>
        </p:xfrm>
        <a:graphic>
          <a:graphicData uri="http://schemas.openxmlformats.org/drawingml/2006/table">
            <a:tbl>
              <a:tblPr firstRow="1"/>
              <a:tblGrid>
                <a:gridCol w="1476305">
                  <a:extLst>
                    <a:ext uri="{9D8B030D-6E8A-4147-A177-3AD203B41FA5}">
                      <a16:colId xmlns:a16="http://schemas.microsoft.com/office/drawing/2014/main" val="20000"/>
                    </a:ext>
                  </a:extLst>
                </a:gridCol>
                <a:gridCol w="4832227">
                  <a:extLst>
                    <a:ext uri="{9D8B030D-6E8A-4147-A177-3AD203B41FA5}">
                      <a16:colId xmlns:a16="http://schemas.microsoft.com/office/drawing/2014/main" val="20001"/>
                    </a:ext>
                  </a:extLst>
                </a:gridCol>
                <a:gridCol w="3952546">
                  <a:extLst>
                    <a:ext uri="{9D8B030D-6E8A-4147-A177-3AD203B41FA5}">
                      <a16:colId xmlns:a16="http://schemas.microsoft.com/office/drawing/2014/main" val="20002"/>
                    </a:ext>
                  </a:extLst>
                </a:gridCol>
              </a:tblGrid>
              <a:tr h="651409">
                <a:tc>
                  <a:txBody>
                    <a:bodyPr/>
                    <a:lstStyle/>
                    <a:p>
                      <a:pPr algn="ctr"/>
                      <a:r>
                        <a:rPr lang="zh-CN" altLang="en-US" sz="1800" b="1" dirty="0">
                          <a:solidFill>
                            <a:srgbClr val="000000"/>
                          </a:solidFill>
                          <a:latin typeface="楷体"/>
                          <a:ea typeface="楷体"/>
                          <a:cs typeface="楷体"/>
                        </a:rPr>
                        <a:t>能力类别</a:t>
                      </a:r>
                    </a:p>
                  </a:txBody>
                  <a:tcPr marL="57150" marR="57150" marT="38100" marB="38100" anchor="ctr">
                    <a:solidFill>
                      <a:srgbClr val="EEF6F1"/>
                    </a:solidFill>
                  </a:tcPr>
                </a:tc>
                <a:tc>
                  <a:txBody>
                    <a:bodyPr/>
                    <a:lstStyle/>
                    <a:p>
                      <a:pPr algn="ctr"/>
                      <a:r>
                        <a:rPr lang="zh-CN" altLang="en-US" sz="1800" b="1">
                          <a:solidFill>
                            <a:srgbClr val="000000"/>
                          </a:solidFill>
                          <a:latin typeface="楷体"/>
                          <a:ea typeface="楷体"/>
                          <a:cs typeface="楷体"/>
                        </a:rPr>
                        <a:t>指标</a:t>
                      </a:r>
                    </a:p>
                  </a:txBody>
                  <a:tcPr marL="57150" marR="57150" marT="38100" marB="38100" anchor="ctr">
                    <a:solidFill>
                      <a:srgbClr val="EEF6F1"/>
                    </a:solidFill>
                  </a:tcPr>
                </a:tc>
                <a:tc>
                  <a:txBody>
                    <a:bodyPr/>
                    <a:lstStyle/>
                    <a:p>
                      <a:pPr algn="ctr"/>
                      <a:r>
                        <a:rPr lang="zh-CN" altLang="en-US" sz="1800" b="1">
                          <a:solidFill>
                            <a:srgbClr val="000000"/>
                          </a:solidFill>
                          <a:latin typeface="楷体"/>
                          <a:ea typeface="楷体"/>
                          <a:cs typeface="楷体"/>
                        </a:rPr>
                        <a:t>作用</a:t>
                      </a:r>
                      <a:endParaRPr lang="zh-CN" altLang="en-US" sz="1800" b="1" dirty="0">
                        <a:solidFill>
                          <a:srgbClr val="000000"/>
                        </a:solidFill>
                        <a:latin typeface="楷体"/>
                        <a:ea typeface="楷体"/>
                        <a:cs typeface="楷体"/>
                      </a:endParaRPr>
                    </a:p>
                  </a:txBody>
                  <a:tcPr marL="57150" marR="57150" marT="38100" marB="38100" anchor="ctr">
                    <a:solidFill>
                      <a:srgbClr val="EEF6F1"/>
                    </a:solidFill>
                  </a:tcPr>
                </a:tc>
                <a:extLst>
                  <a:ext uri="{0D108BD9-81ED-4DB2-BD59-A6C34878D82A}">
                    <a16:rowId xmlns:a16="http://schemas.microsoft.com/office/drawing/2014/main" val="10000"/>
                  </a:ext>
                </a:extLst>
              </a:tr>
              <a:tr h="651409">
                <a:tc>
                  <a:txBody>
                    <a:bodyPr/>
                    <a:lstStyle/>
                    <a:p>
                      <a:pPr algn="ctr"/>
                      <a:r>
                        <a:rPr lang="zh-CN" altLang="en-US" sz="1800" dirty="0">
                          <a:solidFill>
                            <a:srgbClr val="000000"/>
                          </a:solidFill>
                          <a:latin typeface="楷体"/>
                          <a:ea typeface="楷体"/>
                          <a:cs typeface="楷体"/>
                        </a:rPr>
                        <a:t>预测性能</a:t>
                      </a:r>
                    </a:p>
                  </a:txBody>
                  <a:tcPr marL="57150" marR="57150" marT="38100" marB="38100" anchor="ctr"/>
                </a:tc>
                <a:tc>
                  <a:txBody>
                    <a:bodyPr/>
                    <a:lstStyle/>
                    <a:p>
                      <a:pPr algn="ctr"/>
                      <a:r>
                        <a:rPr lang="en-US" sz="1800" dirty="0">
                          <a:solidFill>
                            <a:srgbClr val="000000"/>
                          </a:solidFill>
                          <a:latin typeface="楷体"/>
                          <a:ea typeface="楷体"/>
                          <a:cs typeface="楷体"/>
                        </a:rPr>
                        <a:t>Accuracy、Macro-F1</a:t>
                      </a:r>
                    </a:p>
                  </a:txBody>
                  <a:tcPr marL="57150" marR="57150" marT="38100" marB="38100"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800" dirty="0">
                          <a:solidFill>
                            <a:srgbClr val="000000"/>
                          </a:solidFill>
                          <a:latin typeface="楷体"/>
                          <a:ea typeface="+mn-ea"/>
                          <a:cs typeface="楷体"/>
                        </a:rPr>
                        <a:t>衡量整体和类别层面的正确率表现</a:t>
                      </a:r>
                    </a:p>
                  </a:txBody>
                  <a:tcPr marL="57150" marR="57150" marT="38100" marB="38100" anchor="ctr"/>
                </a:tc>
                <a:extLst>
                  <a:ext uri="{0D108BD9-81ED-4DB2-BD59-A6C34878D82A}">
                    <a16:rowId xmlns:a16="http://schemas.microsoft.com/office/drawing/2014/main" val="10001"/>
                  </a:ext>
                </a:extLst>
              </a:tr>
              <a:tr h="463211">
                <a:tc rowSpan="2">
                  <a:txBody>
                    <a:bodyPr/>
                    <a:lstStyle/>
                    <a:p>
                      <a:pPr algn="ctr"/>
                      <a:r>
                        <a:rPr lang="zh-CN" altLang="en-US" sz="1800">
                          <a:solidFill>
                            <a:srgbClr val="000000"/>
                          </a:solidFill>
                          <a:latin typeface="楷体"/>
                          <a:ea typeface="楷体"/>
                          <a:cs typeface="楷体"/>
                        </a:rPr>
                        <a:t>扩展性</a:t>
                      </a:r>
                      <a:endParaRPr lang="zh-CN" altLang="en-US" sz="1800" dirty="0">
                        <a:solidFill>
                          <a:srgbClr val="000000"/>
                        </a:solidFill>
                        <a:latin typeface="楷体"/>
                        <a:ea typeface="楷体"/>
                        <a:cs typeface="楷体"/>
                      </a:endParaRPr>
                    </a:p>
                  </a:txBody>
                  <a:tcPr marL="57150" marR="57150" marT="38100" marB="38100"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de-DE" altLang="zh-CN" sz="1800" dirty="0">
                          <a:solidFill>
                            <a:srgbClr val="000000"/>
                          </a:solidFill>
                          <a:latin typeface="楷体"/>
                          <a:ea typeface="+mn-ea"/>
                          <a:cs typeface="楷体"/>
                        </a:rPr>
                        <a:t>log(T)=αlog(N)+C </a:t>
                      </a:r>
                      <a:endParaRPr lang="en-US" altLang="zh-CN" sz="1800" dirty="0">
                        <a:solidFill>
                          <a:srgbClr val="000000"/>
                        </a:solidFill>
                        <a:latin typeface="楷体"/>
                        <a:ea typeface="+mn-ea"/>
                        <a:cs typeface="楷体"/>
                      </a:endParaRPr>
                    </a:p>
                  </a:txBody>
                  <a:tcPr marL="57150" marR="57150" marT="38100" marB="38100" anchor="ctr"/>
                </a:tc>
                <a:tc>
                  <a:txBody>
                    <a:bodyPr/>
                    <a:lstStyle/>
                    <a:p>
                      <a:pPr algn="ctr"/>
                      <a:r>
                        <a:rPr lang="zh-CN" altLang="en-US" sz="1800" dirty="0">
                          <a:solidFill>
                            <a:srgbClr val="000000"/>
                          </a:solidFill>
                          <a:latin typeface="楷体"/>
                          <a:ea typeface="楷体"/>
                          <a:cs typeface="楷体"/>
                        </a:rPr>
                        <a:t>衡量时间维度的扩展压力</a:t>
                      </a:r>
                    </a:p>
                  </a:txBody>
                  <a:tcPr marL="57150" marR="57150" marT="38100" marB="38100" anchor="ctr"/>
                </a:tc>
                <a:extLst>
                  <a:ext uri="{0D108BD9-81ED-4DB2-BD59-A6C34878D82A}">
                    <a16:rowId xmlns:a16="http://schemas.microsoft.com/office/drawing/2014/main" val="10003"/>
                  </a:ext>
                </a:extLst>
              </a:tr>
              <a:tr h="463211">
                <a:tc vMerge="1">
                  <a:txBody>
                    <a:bodyPr/>
                    <a:lstStyle/>
                    <a:p>
                      <a:endParaRPr lang="zh-CN" altLang="en-US"/>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800" dirty="0">
                          <a:solidFill>
                            <a:srgbClr val="000000"/>
                          </a:solidFill>
                          <a:latin typeface="楷体"/>
                          <a:ea typeface="+mn-ea"/>
                          <a:cs typeface="楷体"/>
                        </a:rPr>
                        <a:t>Peak memory</a:t>
                      </a:r>
                    </a:p>
                  </a:txBody>
                  <a:tcPr marL="57150" marR="57150" marT="38100" marB="38100" anchor="ctr"/>
                </a:tc>
                <a:tc>
                  <a:txBody>
                    <a:bodyPr/>
                    <a:lstStyle/>
                    <a:p>
                      <a:pPr algn="ctr"/>
                      <a:r>
                        <a:rPr lang="zh-CN" altLang="en-US" sz="1800" dirty="0">
                          <a:solidFill>
                            <a:srgbClr val="000000"/>
                          </a:solidFill>
                          <a:latin typeface="楷体"/>
                          <a:ea typeface="楷体"/>
                          <a:cs typeface="楷体"/>
                        </a:rPr>
                        <a:t>衡量峰值内存</a:t>
                      </a:r>
                    </a:p>
                  </a:txBody>
                  <a:tcPr marL="57150" marR="57150" marT="38100" marB="38100" anchor="ctr"/>
                </a:tc>
                <a:extLst>
                  <a:ext uri="{0D108BD9-81ED-4DB2-BD59-A6C34878D82A}">
                    <a16:rowId xmlns:a16="http://schemas.microsoft.com/office/drawing/2014/main" val="4139507160"/>
                  </a:ext>
                </a:extLst>
              </a:tr>
              <a:tr h="651409">
                <a:tc>
                  <a:txBody>
                    <a:bodyPr/>
                    <a:lstStyle/>
                    <a:p>
                      <a:pPr algn="ctr"/>
                      <a:r>
                        <a:rPr lang="zh-CN" altLang="en-US" sz="1800">
                          <a:solidFill>
                            <a:srgbClr val="000000"/>
                          </a:solidFill>
                          <a:latin typeface="楷体"/>
                          <a:ea typeface="楷体"/>
                          <a:cs typeface="楷体"/>
                        </a:rPr>
                        <a:t>置信度</a:t>
                      </a:r>
                      <a:endParaRPr lang="zh-CN" altLang="en-US" sz="1800" dirty="0">
                        <a:solidFill>
                          <a:srgbClr val="000000"/>
                        </a:solidFill>
                        <a:latin typeface="楷体"/>
                        <a:ea typeface="楷体"/>
                        <a:cs typeface="楷体"/>
                      </a:endParaRPr>
                    </a:p>
                  </a:txBody>
                  <a:tcPr marL="57150" marR="57150" marT="38100" marB="38100"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800" dirty="0">
                          <a:solidFill>
                            <a:srgbClr val="000000"/>
                          </a:solidFill>
                          <a:latin typeface="楷体"/>
                          <a:ea typeface="+mn-ea"/>
                          <a:cs typeface="楷体"/>
                        </a:rPr>
                        <a:t>Correct/Wrong confidence</a:t>
                      </a:r>
                      <a:r>
                        <a:rPr lang="zh-CN" altLang="en-US" sz="1800" dirty="0">
                          <a:solidFill>
                            <a:srgbClr val="000000"/>
                          </a:solidFill>
                          <a:latin typeface="楷体"/>
                          <a:ea typeface="+mn-ea"/>
                          <a:cs typeface="楷体"/>
                        </a:rPr>
                        <a:t>、</a:t>
                      </a:r>
                      <a:r>
                        <a:rPr lang="en-US" altLang="zh-CN" sz="1800" dirty="0">
                          <a:solidFill>
                            <a:srgbClr val="000000"/>
                          </a:solidFill>
                          <a:latin typeface="楷体"/>
                          <a:ea typeface="+mn-ea"/>
                          <a:cs typeface="楷体"/>
                        </a:rPr>
                        <a:t>Confidence Gap</a:t>
                      </a:r>
                    </a:p>
                  </a:txBody>
                  <a:tcPr marL="57150" marR="57150" marT="38100" marB="38100" anchor="ctr"/>
                </a:tc>
                <a:tc>
                  <a:txBody>
                    <a:bodyPr/>
                    <a:lstStyle/>
                    <a:p>
                      <a:pPr algn="ctr"/>
                      <a:r>
                        <a:rPr lang="zh-CN" altLang="en-US" sz="1800" dirty="0">
                          <a:solidFill>
                            <a:srgbClr val="000000"/>
                          </a:solidFill>
                          <a:latin typeface="楷体"/>
                          <a:ea typeface="楷体"/>
                          <a:cs typeface="楷体"/>
                        </a:rPr>
                        <a:t>分析模型是否知道自己可能出错</a:t>
                      </a:r>
                    </a:p>
                  </a:txBody>
                  <a:tcPr marL="57150" marR="57150" marT="38100" marB="3810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965643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2A0784CD-E65F-4A88-BE69-1673A249171C}"/>
              </a:ext>
            </a:extLst>
          </p:cNvPr>
          <p:cNvSpPr>
            <a:spLocks noGrp="1"/>
          </p:cNvSpPr>
          <p:nvPr/>
        </p:nvSpPr>
        <p:spPr>
          <a:xfrm>
            <a:off x="266700" y="171450"/>
            <a:ext cx="9334500" cy="685800"/>
          </a:xfrm>
          <a:prstGeom prst="rect">
            <a:avLst/>
          </a:prstGeom>
          <a:noFill/>
          <a:ln w="0">
            <a:noFill/>
            <a:prstDash val="solid"/>
          </a:ln>
        </p:spPr>
        <p:txBody>
          <a:bodyPr/>
          <a:lstStyle/>
          <a:p>
            <a:pPr>
              <a:defRPr sz="3600" b="1">
                <a:solidFill>
                  <a:srgbClr val="000000"/>
                </a:solidFill>
                <a:latin typeface="微软雅黑"/>
                <a:ea typeface="微软雅黑"/>
                <a:cs typeface="微软雅黑"/>
              </a:defRPr>
            </a:pPr>
            <a:r>
              <a:rPr lang="zh-CN" altLang="en-US" sz="3600" b="1" dirty="0">
                <a:solidFill>
                  <a:srgbClr val="000000"/>
                </a:solidFill>
                <a:latin typeface="微软雅黑"/>
                <a:ea typeface="微软雅黑"/>
                <a:cs typeface="微软雅黑"/>
              </a:rPr>
              <a:t>实验设计：数据集</a:t>
            </a:r>
          </a:p>
        </p:txBody>
      </p:sp>
      <p:sp>
        <p:nvSpPr>
          <p:cNvPr id="2" name="矩形 1">
            <a:extLst>
              <a:ext uri="{FF2B5EF4-FFF2-40B4-BE49-F238E27FC236}">
                <a16:creationId xmlns:a16="http://schemas.microsoft.com/office/drawing/2014/main" id="{6B61AC89-5DB0-4DAC-B3F2-381F651EE11E}"/>
              </a:ext>
            </a:extLst>
          </p:cNvPr>
          <p:cNvSpPr>
            <a:spLocks noGrp="1"/>
          </p:cNvSpPr>
          <p:nvPr/>
        </p:nvSpPr>
        <p:spPr>
          <a:xfrm>
            <a:off x="1047389" y="1372167"/>
            <a:ext cx="9334500" cy="419100"/>
          </a:xfrm>
          <a:prstGeom prst="rect">
            <a:avLst/>
          </a:prstGeom>
          <a:noFill/>
          <a:ln w="0">
            <a:noFill/>
            <a:prstDash val="solid"/>
          </a:ln>
        </p:spPr>
        <p:txBody>
          <a:bodyPr/>
          <a:lstStyle/>
          <a:p>
            <a:pPr>
              <a:defRPr sz="1763">
                <a:solidFill>
                  <a:srgbClr val="000000"/>
                </a:solidFill>
                <a:latin typeface="楷体"/>
                <a:ea typeface="楷体"/>
                <a:cs typeface="楷体"/>
              </a:defRPr>
            </a:pPr>
            <a:r>
              <a:rPr lang="zh-CN" altLang="en-US" sz="2000" b="1" dirty="0">
                <a:solidFill>
                  <a:srgbClr val="000000"/>
                </a:solidFill>
                <a:latin typeface="楷体"/>
                <a:ea typeface="楷体"/>
                <a:cs typeface="楷体"/>
              </a:rPr>
              <a:t>依据方法设计要求选取</a:t>
            </a:r>
            <a:r>
              <a:rPr lang="en-US" altLang="zh-CN" sz="2000" b="1" dirty="0">
                <a:solidFill>
                  <a:srgbClr val="000000"/>
                </a:solidFill>
                <a:latin typeface="楷体"/>
                <a:ea typeface="楷体"/>
                <a:cs typeface="楷体"/>
              </a:rPr>
              <a:t>12</a:t>
            </a:r>
            <a:r>
              <a:rPr lang="zh-CN" altLang="en-US" sz="2000" b="1" dirty="0">
                <a:solidFill>
                  <a:srgbClr val="000000"/>
                </a:solidFill>
                <a:latin typeface="楷体"/>
                <a:ea typeface="楷体"/>
                <a:cs typeface="楷体"/>
              </a:rPr>
              <a:t>个</a:t>
            </a:r>
            <a:r>
              <a:rPr lang="en-US" altLang="zh-CN" sz="2000" b="1" dirty="0">
                <a:solidFill>
                  <a:srgbClr val="000000"/>
                </a:solidFill>
                <a:latin typeface="楷体"/>
                <a:ea typeface="楷体"/>
                <a:cs typeface="楷体"/>
              </a:rPr>
              <a:t>TALENT</a:t>
            </a:r>
            <a:r>
              <a:rPr lang="zh-CN" altLang="en-US" sz="2000" b="1" dirty="0">
                <a:solidFill>
                  <a:srgbClr val="000000"/>
                </a:solidFill>
                <a:latin typeface="楷体"/>
                <a:ea typeface="楷体"/>
                <a:cs typeface="楷体"/>
              </a:rPr>
              <a:t>分类数据集，分为两条控制变量实验线。</a:t>
            </a:r>
          </a:p>
        </p:txBody>
      </p:sp>
      <p:graphicFrame>
        <p:nvGraphicFramePr>
          <p:cNvPr id="7" name="表格 6"/>
          <p:cNvGraphicFramePr/>
          <p:nvPr>
            <p:extLst>
              <p:ext uri="{D42A27DB-BD31-4B8C-83A1-F6EECF244321}">
                <p14:modId xmlns:p14="http://schemas.microsoft.com/office/powerpoint/2010/main" val="42456286"/>
              </p:ext>
            </p:extLst>
          </p:nvPr>
        </p:nvGraphicFramePr>
        <p:xfrm>
          <a:off x="1047389" y="2182078"/>
          <a:ext cx="4905373" cy="3140035"/>
        </p:xfrm>
        <a:graphic>
          <a:graphicData uri="http://schemas.openxmlformats.org/drawingml/2006/table">
            <a:tbl>
              <a:tblPr firstRow="1"/>
              <a:tblGrid>
                <a:gridCol w="1047629">
                  <a:extLst>
                    <a:ext uri="{9D8B030D-6E8A-4147-A177-3AD203B41FA5}">
                      <a16:colId xmlns:a16="http://schemas.microsoft.com/office/drawing/2014/main" val="20000"/>
                    </a:ext>
                  </a:extLst>
                </a:gridCol>
                <a:gridCol w="1192192">
                  <a:extLst>
                    <a:ext uri="{9D8B030D-6E8A-4147-A177-3AD203B41FA5}">
                      <a16:colId xmlns:a16="http://schemas.microsoft.com/office/drawing/2014/main" val="20001"/>
                    </a:ext>
                  </a:extLst>
                </a:gridCol>
                <a:gridCol w="949124">
                  <a:extLst>
                    <a:ext uri="{9D8B030D-6E8A-4147-A177-3AD203B41FA5}">
                      <a16:colId xmlns:a16="http://schemas.microsoft.com/office/drawing/2014/main" val="3797281888"/>
                    </a:ext>
                  </a:extLst>
                </a:gridCol>
                <a:gridCol w="914400">
                  <a:extLst>
                    <a:ext uri="{9D8B030D-6E8A-4147-A177-3AD203B41FA5}">
                      <a16:colId xmlns:a16="http://schemas.microsoft.com/office/drawing/2014/main" val="3122376078"/>
                    </a:ext>
                  </a:extLst>
                </a:gridCol>
                <a:gridCol w="802028">
                  <a:extLst>
                    <a:ext uri="{9D8B030D-6E8A-4147-A177-3AD203B41FA5}">
                      <a16:colId xmlns:a16="http://schemas.microsoft.com/office/drawing/2014/main" val="2081516292"/>
                    </a:ext>
                  </a:extLst>
                </a:gridCol>
              </a:tblGrid>
              <a:tr h="346820">
                <a:tc>
                  <a:txBody>
                    <a:bodyPr/>
                    <a:lstStyle/>
                    <a:p>
                      <a:pPr algn="ctr"/>
                      <a:r>
                        <a:rPr lang="zh-CN" altLang="en-US" sz="1425" b="1" dirty="0">
                          <a:solidFill>
                            <a:srgbClr val="000000"/>
                          </a:solidFill>
                          <a:latin typeface="楷体"/>
                          <a:ea typeface="楷体"/>
                          <a:cs typeface="楷体"/>
                        </a:rPr>
                        <a:t>样本数分组</a:t>
                      </a:r>
                      <a:endParaRPr sz="1425" b="1" dirty="0">
                        <a:solidFill>
                          <a:srgbClr val="000000"/>
                        </a:solidFill>
                        <a:latin typeface="楷体"/>
                        <a:ea typeface="楷体"/>
                        <a:cs typeface="楷体"/>
                      </a:endParaRPr>
                    </a:p>
                  </a:txBody>
                  <a:tcPr marL="57150" marR="57150" marT="38100" marB="38100" anchor="ctr">
                    <a:solidFill>
                      <a:srgbClr val="EEF6F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425" b="1" dirty="0">
                          <a:solidFill>
                            <a:srgbClr val="000000"/>
                          </a:solidFill>
                          <a:latin typeface="楷体"/>
                          <a:ea typeface="+mn-ea"/>
                          <a:cs typeface="楷体"/>
                        </a:rPr>
                        <a:t>数据集</a:t>
                      </a:r>
                    </a:p>
                  </a:txBody>
                  <a:tcPr marL="57150" marR="57150" marT="38100" marB="38100" anchor="ctr">
                    <a:solidFill>
                      <a:srgbClr val="EEF6F1"/>
                    </a:solidFill>
                  </a:tcPr>
                </a:tc>
                <a:tc>
                  <a:txBody>
                    <a:bodyPr/>
                    <a:lstStyle/>
                    <a:p>
                      <a:pPr algn="ctr"/>
                      <a:r>
                        <a:rPr lang="zh-CN" altLang="en-US" sz="1425" b="1" dirty="0">
                          <a:solidFill>
                            <a:srgbClr val="000000"/>
                          </a:solidFill>
                          <a:latin typeface="楷体"/>
                          <a:ea typeface="楷体"/>
                          <a:cs typeface="楷体"/>
                        </a:rPr>
                        <a:t>样本数</a:t>
                      </a:r>
                      <a:endParaRPr sz="1425" b="1" dirty="0">
                        <a:solidFill>
                          <a:srgbClr val="000000"/>
                        </a:solidFill>
                        <a:latin typeface="楷体"/>
                        <a:ea typeface="楷体"/>
                        <a:cs typeface="楷体"/>
                      </a:endParaRPr>
                    </a:p>
                  </a:txBody>
                  <a:tcPr marL="57150" marR="57150" marT="38100" marB="38100" anchor="ctr">
                    <a:solidFill>
                      <a:srgbClr val="EEF6F1"/>
                    </a:solidFill>
                  </a:tcPr>
                </a:tc>
                <a:tc>
                  <a:txBody>
                    <a:bodyPr/>
                    <a:lstStyle/>
                    <a:p>
                      <a:pPr algn="ctr"/>
                      <a:r>
                        <a:rPr lang="zh-CN" altLang="en-US" sz="1425" b="1" dirty="0">
                          <a:solidFill>
                            <a:srgbClr val="000000"/>
                          </a:solidFill>
                          <a:latin typeface="楷体"/>
                          <a:ea typeface="楷体"/>
                          <a:cs typeface="楷体"/>
                        </a:rPr>
                        <a:t>特征数</a:t>
                      </a:r>
                      <a:endParaRPr sz="1425" b="1" dirty="0">
                        <a:solidFill>
                          <a:srgbClr val="000000"/>
                        </a:solidFill>
                        <a:latin typeface="楷体"/>
                        <a:ea typeface="楷体"/>
                        <a:cs typeface="楷体"/>
                      </a:endParaRPr>
                    </a:p>
                  </a:txBody>
                  <a:tcPr marL="57150" marR="57150" marT="38100" marB="38100" anchor="ctr">
                    <a:solidFill>
                      <a:srgbClr val="EEF6F1"/>
                    </a:solidFill>
                  </a:tcPr>
                </a:tc>
                <a:tc>
                  <a:txBody>
                    <a:bodyPr/>
                    <a:lstStyle/>
                    <a:p>
                      <a:pPr algn="ctr"/>
                      <a:r>
                        <a:rPr lang="zh-CN" altLang="en-US" sz="1425" b="1" dirty="0">
                          <a:solidFill>
                            <a:srgbClr val="000000"/>
                          </a:solidFill>
                          <a:latin typeface="楷体"/>
                          <a:ea typeface="楷体"/>
                          <a:cs typeface="楷体"/>
                        </a:rPr>
                        <a:t>类别数</a:t>
                      </a:r>
                      <a:endParaRPr sz="1425" b="1" dirty="0">
                        <a:solidFill>
                          <a:srgbClr val="000000"/>
                        </a:solidFill>
                        <a:latin typeface="楷体"/>
                        <a:ea typeface="楷体"/>
                        <a:cs typeface="楷体"/>
                      </a:endParaRPr>
                    </a:p>
                  </a:txBody>
                  <a:tcPr marL="57150" marR="57150" marT="38100" marB="38100" anchor="ctr">
                    <a:solidFill>
                      <a:srgbClr val="EEF6F1"/>
                    </a:solidFill>
                  </a:tcPr>
                </a:tc>
                <a:extLst>
                  <a:ext uri="{0D108BD9-81ED-4DB2-BD59-A6C34878D82A}">
                    <a16:rowId xmlns:a16="http://schemas.microsoft.com/office/drawing/2014/main" val="10000"/>
                  </a:ext>
                </a:extLst>
              </a:tr>
              <a:tr h="413101">
                <a:tc>
                  <a:txBody>
                    <a:bodyPr/>
                    <a:lstStyle/>
                    <a:p>
                      <a:pPr algn="ctr"/>
                      <a:r>
                        <a:rPr lang="en-US" sz="1425" dirty="0">
                          <a:solidFill>
                            <a:srgbClr val="000000"/>
                          </a:solidFill>
                          <a:latin typeface="楷体"/>
                          <a:ea typeface="楷体"/>
                          <a:cs typeface="楷体"/>
                        </a:rPr>
                        <a:t>A(1k-3k)</a:t>
                      </a:r>
                      <a:endParaRPr sz="1425" dirty="0">
                        <a:solidFill>
                          <a:srgbClr val="000000"/>
                        </a:solidFill>
                        <a:latin typeface="楷体"/>
                        <a:ea typeface="楷体"/>
                        <a:cs typeface="楷体"/>
                      </a:endParaRPr>
                    </a:p>
                  </a:txBody>
                  <a:tcPr marL="57150" marR="57150" marT="38100" marB="38100" anchor="ctr"/>
                </a:tc>
                <a:tc>
                  <a:txBody>
                    <a:bodyPr/>
                    <a:lstStyle/>
                    <a:p>
                      <a:pPr algn="ctr"/>
                      <a:r>
                        <a:rPr lang="en-US" altLang="zh-CN" sz="1425" dirty="0">
                          <a:solidFill>
                            <a:srgbClr val="000000"/>
                          </a:solidFill>
                          <a:latin typeface="楷体"/>
                          <a:ea typeface="楷体"/>
                          <a:cs typeface="楷体"/>
                        </a:rPr>
                        <a:t>pc1</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1109</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21</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2</a:t>
                      </a:r>
                      <a:endParaRPr sz="1425"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10001"/>
                  </a:ext>
                </a:extLst>
              </a:tr>
              <a:tr h="413101">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25" dirty="0">
                          <a:solidFill>
                            <a:srgbClr val="000000"/>
                          </a:solidFill>
                          <a:latin typeface="楷体"/>
                          <a:ea typeface="+mn-ea"/>
                          <a:cs typeface="楷体"/>
                        </a:rPr>
                        <a:t>A(1k-3k)</a:t>
                      </a:r>
                    </a:p>
                  </a:txBody>
                  <a:tcPr marL="57150" marR="57150" marT="38100" marB="38100" anchor="ctr"/>
                </a:tc>
                <a:tc>
                  <a:txBody>
                    <a:bodyPr/>
                    <a:lstStyle/>
                    <a:p>
                      <a:pPr algn="ctr"/>
                      <a:r>
                        <a:rPr lang="en-US" sz="1425" dirty="0">
                          <a:solidFill>
                            <a:srgbClr val="000000"/>
                          </a:solidFill>
                          <a:latin typeface="楷体"/>
                          <a:ea typeface="楷体"/>
                          <a:cs typeface="楷体"/>
                        </a:rPr>
                        <a:t>kc1</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2109</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21</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2</a:t>
                      </a:r>
                      <a:endParaRPr sz="1425"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10002"/>
                  </a:ext>
                </a:extLst>
              </a:tr>
              <a:tr h="413101">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25" dirty="0">
                          <a:solidFill>
                            <a:srgbClr val="000000"/>
                          </a:solidFill>
                          <a:latin typeface="楷体"/>
                          <a:ea typeface="+mn-ea"/>
                          <a:cs typeface="楷体"/>
                        </a:rPr>
                        <a:t>B(3k-10k)</a:t>
                      </a:r>
                    </a:p>
                  </a:txBody>
                  <a:tcPr marL="57150" marR="57150" marT="38100" marB="38100"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25" dirty="0" err="1">
                          <a:solidFill>
                            <a:srgbClr val="000000"/>
                          </a:solidFill>
                          <a:latin typeface="楷体"/>
                          <a:ea typeface="+mn-ea"/>
                          <a:cs typeface="楷体"/>
                        </a:rPr>
                        <a:t>sylvine</a:t>
                      </a:r>
                      <a:endParaRPr lang="en-US" altLang="zh-CN" sz="1425" dirty="0">
                        <a:solidFill>
                          <a:srgbClr val="000000"/>
                        </a:solidFill>
                        <a:latin typeface="楷体"/>
                        <a:ea typeface="+mn-ea"/>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5124</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20</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2</a:t>
                      </a:r>
                      <a:endParaRPr sz="1425"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473838735"/>
                  </a:ext>
                </a:extLst>
              </a:tr>
              <a:tr h="413101">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25" dirty="0">
                          <a:solidFill>
                            <a:srgbClr val="000000"/>
                          </a:solidFill>
                          <a:latin typeface="楷体"/>
                          <a:ea typeface="+mn-ea"/>
                          <a:cs typeface="楷体"/>
                        </a:rPr>
                        <a:t>B(3k-10k)</a:t>
                      </a:r>
                    </a:p>
                  </a:txBody>
                  <a:tcPr marL="57150" marR="57150" marT="38100" marB="38100"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25" dirty="0" err="1">
                          <a:solidFill>
                            <a:srgbClr val="000000"/>
                          </a:solidFill>
                          <a:latin typeface="楷体"/>
                          <a:ea typeface="+mn-ea"/>
                          <a:cs typeface="楷体"/>
                        </a:rPr>
                        <a:t>sylvine</a:t>
                      </a:r>
                      <a:endParaRPr lang="en-US" altLang="zh-CN" sz="1425" dirty="0">
                        <a:solidFill>
                          <a:srgbClr val="000000"/>
                        </a:solidFill>
                        <a:latin typeface="楷体"/>
                        <a:ea typeface="+mn-ea"/>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7400</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20</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2</a:t>
                      </a:r>
                      <a:endParaRPr sz="1425"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3090163916"/>
                  </a:ext>
                </a:extLst>
              </a:tr>
              <a:tr h="413101">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25" dirty="0">
                          <a:solidFill>
                            <a:srgbClr val="000000"/>
                          </a:solidFill>
                          <a:latin typeface="楷体"/>
                          <a:ea typeface="+mn-ea"/>
                          <a:cs typeface="楷体"/>
                        </a:rPr>
                        <a:t>C(10k-30k)</a:t>
                      </a:r>
                    </a:p>
                  </a:txBody>
                  <a:tcPr marL="57150" marR="57150" marT="38100" marB="38100" anchor="ctr"/>
                </a:tc>
                <a:tc>
                  <a:txBody>
                    <a:bodyPr/>
                    <a:lstStyle/>
                    <a:p>
                      <a:pPr algn="ctr"/>
                      <a:r>
                        <a:rPr lang="en-US" sz="1425" dirty="0">
                          <a:solidFill>
                            <a:srgbClr val="000000"/>
                          </a:solidFill>
                          <a:latin typeface="楷体"/>
                          <a:ea typeface="+mn-ea"/>
                          <a:cs typeface="楷体"/>
                        </a:rPr>
                        <a:t>jm1</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10885</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21</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2</a:t>
                      </a:r>
                      <a:endParaRPr sz="1425"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2274523312"/>
                  </a:ext>
                </a:extLst>
              </a:tr>
              <a:tr h="413101">
                <a:tc>
                  <a:txBody>
                    <a:bodyPr/>
                    <a:lstStyle/>
                    <a:p>
                      <a:pPr algn="ctr"/>
                      <a:r>
                        <a:rPr lang="en-US" altLang="zh-CN" sz="1425" dirty="0">
                          <a:solidFill>
                            <a:srgbClr val="000000"/>
                          </a:solidFill>
                          <a:latin typeface="楷体"/>
                          <a:ea typeface="+mn-ea"/>
                          <a:cs typeface="楷体"/>
                        </a:rPr>
                        <a:t>C(10k-30k)</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err="1">
                          <a:solidFill>
                            <a:srgbClr val="000000"/>
                          </a:solidFill>
                          <a:latin typeface="楷体"/>
                          <a:ea typeface="+mn-ea"/>
                          <a:cs typeface="楷体"/>
                        </a:rPr>
                        <a:t>default_of_credit_card_clients</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30000</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23</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2</a:t>
                      </a:r>
                      <a:endParaRPr sz="1425"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1408596691"/>
                  </a:ext>
                </a:extLst>
              </a:tr>
            </a:tbl>
          </a:graphicData>
        </a:graphic>
      </p:graphicFrame>
      <p:sp>
        <p:nvSpPr>
          <p:cNvPr id="4" name="矩形 3">
            <a:extLst>
              <a:ext uri="{FF2B5EF4-FFF2-40B4-BE49-F238E27FC236}">
                <a16:creationId xmlns:a16="http://schemas.microsoft.com/office/drawing/2014/main" id="{17E5E2FD-E285-4EE8-8A3A-10D882E16876}"/>
              </a:ext>
            </a:extLst>
          </p:cNvPr>
          <p:cNvSpPr>
            <a:spLocks noGrp="1"/>
          </p:cNvSpPr>
          <p:nvPr/>
        </p:nvSpPr>
        <p:spPr>
          <a:xfrm>
            <a:off x="1047389" y="5801810"/>
            <a:ext cx="5453605" cy="419100"/>
          </a:xfrm>
          <a:prstGeom prst="rect">
            <a:avLst/>
          </a:prstGeom>
          <a:noFill/>
          <a:ln w="0">
            <a:noFill/>
            <a:prstDash val="solid"/>
          </a:ln>
        </p:spPr>
        <p:txBody>
          <a:bodyPr/>
          <a:lstStyle/>
          <a:p>
            <a:pPr marL="24" indent="-14">
              <a:defRPr sz="1838">
                <a:solidFill>
                  <a:srgbClr val="000000"/>
                </a:solidFill>
                <a:latin typeface="楷体"/>
                <a:ea typeface="楷体"/>
                <a:cs typeface="楷体"/>
              </a:defRPr>
            </a:pPr>
            <a:r>
              <a:rPr lang="zh-CN" altLang="en-US" sz="1838" dirty="0">
                <a:solidFill>
                  <a:srgbClr val="000000"/>
                </a:solidFill>
                <a:latin typeface="楷体"/>
                <a:ea typeface="楷体"/>
                <a:cs typeface="楷体"/>
              </a:rPr>
              <a:t>样本数线用于观察行数扩大后的推理和内存变化</a:t>
            </a:r>
            <a:endParaRPr lang="en-US" altLang="zh-CN" sz="1838" dirty="0">
              <a:solidFill>
                <a:srgbClr val="000000"/>
              </a:solidFill>
              <a:latin typeface="楷体"/>
              <a:ea typeface="楷体"/>
              <a:cs typeface="楷体"/>
            </a:endParaRPr>
          </a:p>
        </p:txBody>
      </p:sp>
      <p:graphicFrame>
        <p:nvGraphicFramePr>
          <p:cNvPr id="9" name="表格 8">
            <a:extLst>
              <a:ext uri="{FF2B5EF4-FFF2-40B4-BE49-F238E27FC236}">
                <a16:creationId xmlns:a16="http://schemas.microsoft.com/office/drawing/2014/main" id="{A517B0FD-CD56-5BF6-9719-56FC79ED2884}"/>
              </a:ext>
            </a:extLst>
          </p:cNvPr>
          <p:cNvGraphicFramePr/>
          <p:nvPr>
            <p:extLst>
              <p:ext uri="{D42A27DB-BD31-4B8C-83A1-F6EECF244321}">
                <p14:modId xmlns:p14="http://schemas.microsoft.com/office/powerpoint/2010/main" val="3674466"/>
              </p:ext>
            </p:extLst>
          </p:nvPr>
        </p:nvGraphicFramePr>
        <p:xfrm>
          <a:off x="6500994" y="2182078"/>
          <a:ext cx="4905374" cy="3140037"/>
        </p:xfrm>
        <a:graphic>
          <a:graphicData uri="http://schemas.openxmlformats.org/drawingml/2006/table">
            <a:tbl>
              <a:tblPr firstRow="1"/>
              <a:tblGrid>
                <a:gridCol w="1138297">
                  <a:extLst>
                    <a:ext uri="{9D8B030D-6E8A-4147-A177-3AD203B41FA5}">
                      <a16:colId xmlns:a16="http://schemas.microsoft.com/office/drawing/2014/main" val="20000"/>
                    </a:ext>
                  </a:extLst>
                </a:gridCol>
                <a:gridCol w="1385950">
                  <a:extLst>
                    <a:ext uri="{9D8B030D-6E8A-4147-A177-3AD203B41FA5}">
                      <a16:colId xmlns:a16="http://schemas.microsoft.com/office/drawing/2014/main" val="20001"/>
                    </a:ext>
                  </a:extLst>
                </a:gridCol>
                <a:gridCol w="793709">
                  <a:extLst>
                    <a:ext uri="{9D8B030D-6E8A-4147-A177-3AD203B41FA5}">
                      <a16:colId xmlns:a16="http://schemas.microsoft.com/office/drawing/2014/main" val="3797281888"/>
                    </a:ext>
                  </a:extLst>
                </a:gridCol>
                <a:gridCol w="761532">
                  <a:extLst>
                    <a:ext uri="{9D8B030D-6E8A-4147-A177-3AD203B41FA5}">
                      <a16:colId xmlns:a16="http://schemas.microsoft.com/office/drawing/2014/main" val="3122376078"/>
                    </a:ext>
                  </a:extLst>
                </a:gridCol>
                <a:gridCol w="825886">
                  <a:extLst>
                    <a:ext uri="{9D8B030D-6E8A-4147-A177-3AD203B41FA5}">
                      <a16:colId xmlns:a16="http://schemas.microsoft.com/office/drawing/2014/main" val="2081516292"/>
                    </a:ext>
                  </a:extLst>
                </a:gridCol>
              </a:tblGrid>
              <a:tr h="372589">
                <a:tc>
                  <a:txBody>
                    <a:bodyPr/>
                    <a:lstStyle/>
                    <a:p>
                      <a:pPr algn="ctr"/>
                      <a:r>
                        <a:rPr lang="zh-CN" altLang="en-US" sz="1425" b="1" dirty="0">
                          <a:solidFill>
                            <a:srgbClr val="000000"/>
                          </a:solidFill>
                          <a:latin typeface="楷体"/>
                          <a:ea typeface="楷体"/>
                          <a:cs typeface="楷体"/>
                        </a:rPr>
                        <a:t>特征数分组</a:t>
                      </a:r>
                      <a:endParaRPr sz="1425" b="1" dirty="0">
                        <a:solidFill>
                          <a:srgbClr val="000000"/>
                        </a:solidFill>
                        <a:latin typeface="楷体"/>
                        <a:ea typeface="楷体"/>
                        <a:cs typeface="楷体"/>
                      </a:endParaRPr>
                    </a:p>
                  </a:txBody>
                  <a:tcPr marL="57150" marR="57150" marT="38100" marB="38100" anchor="ctr">
                    <a:solidFill>
                      <a:srgbClr val="EEF6F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425" b="1" dirty="0">
                          <a:solidFill>
                            <a:srgbClr val="000000"/>
                          </a:solidFill>
                          <a:latin typeface="楷体"/>
                          <a:ea typeface="+mn-ea"/>
                          <a:cs typeface="楷体"/>
                        </a:rPr>
                        <a:t>数据集</a:t>
                      </a:r>
                    </a:p>
                  </a:txBody>
                  <a:tcPr marL="57150" marR="57150" marT="38100" marB="38100" anchor="ctr">
                    <a:solidFill>
                      <a:srgbClr val="EEF6F1"/>
                    </a:solidFill>
                  </a:tcPr>
                </a:tc>
                <a:tc>
                  <a:txBody>
                    <a:bodyPr/>
                    <a:lstStyle/>
                    <a:p>
                      <a:pPr algn="ctr"/>
                      <a:r>
                        <a:rPr lang="zh-CN" altLang="en-US" sz="1425" b="1" dirty="0">
                          <a:solidFill>
                            <a:srgbClr val="000000"/>
                          </a:solidFill>
                          <a:latin typeface="楷体"/>
                          <a:ea typeface="楷体"/>
                          <a:cs typeface="楷体"/>
                        </a:rPr>
                        <a:t>样本数</a:t>
                      </a:r>
                      <a:endParaRPr sz="1425" b="1" dirty="0">
                        <a:solidFill>
                          <a:srgbClr val="000000"/>
                        </a:solidFill>
                        <a:latin typeface="楷体"/>
                        <a:ea typeface="楷体"/>
                        <a:cs typeface="楷体"/>
                      </a:endParaRPr>
                    </a:p>
                  </a:txBody>
                  <a:tcPr marL="57150" marR="57150" marT="38100" marB="38100" anchor="ctr">
                    <a:solidFill>
                      <a:srgbClr val="EEF6F1"/>
                    </a:solidFill>
                  </a:tcPr>
                </a:tc>
                <a:tc>
                  <a:txBody>
                    <a:bodyPr/>
                    <a:lstStyle/>
                    <a:p>
                      <a:pPr algn="ctr"/>
                      <a:r>
                        <a:rPr lang="zh-CN" altLang="en-US" sz="1425" b="1" dirty="0">
                          <a:solidFill>
                            <a:srgbClr val="000000"/>
                          </a:solidFill>
                          <a:latin typeface="楷体"/>
                          <a:ea typeface="楷体"/>
                          <a:cs typeface="楷体"/>
                        </a:rPr>
                        <a:t>特征数</a:t>
                      </a:r>
                      <a:endParaRPr sz="1425" b="1" dirty="0">
                        <a:solidFill>
                          <a:srgbClr val="000000"/>
                        </a:solidFill>
                        <a:latin typeface="楷体"/>
                        <a:ea typeface="楷体"/>
                        <a:cs typeface="楷体"/>
                      </a:endParaRPr>
                    </a:p>
                  </a:txBody>
                  <a:tcPr marL="57150" marR="57150" marT="38100" marB="38100" anchor="ctr">
                    <a:solidFill>
                      <a:srgbClr val="EEF6F1"/>
                    </a:solidFill>
                  </a:tcPr>
                </a:tc>
                <a:tc>
                  <a:txBody>
                    <a:bodyPr/>
                    <a:lstStyle/>
                    <a:p>
                      <a:pPr algn="ctr"/>
                      <a:r>
                        <a:rPr lang="zh-CN" altLang="en-US" sz="1425" b="1" dirty="0">
                          <a:solidFill>
                            <a:srgbClr val="000000"/>
                          </a:solidFill>
                          <a:latin typeface="楷体"/>
                          <a:ea typeface="楷体"/>
                          <a:cs typeface="楷体"/>
                        </a:rPr>
                        <a:t>类别数</a:t>
                      </a:r>
                      <a:endParaRPr sz="1425" b="1" dirty="0">
                        <a:solidFill>
                          <a:srgbClr val="000000"/>
                        </a:solidFill>
                        <a:latin typeface="楷体"/>
                        <a:ea typeface="楷体"/>
                        <a:cs typeface="楷体"/>
                      </a:endParaRPr>
                    </a:p>
                  </a:txBody>
                  <a:tcPr marL="57150" marR="57150" marT="38100" marB="38100" anchor="ctr">
                    <a:solidFill>
                      <a:srgbClr val="EEF6F1"/>
                    </a:solidFill>
                  </a:tcPr>
                </a:tc>
                <a:extLst>
                  <a:ext uri="{0D108BD9-81ED-4DB2-BD59-A6C34878D82A}">
                    <a16:rowId xmlns:a16="http://schemas.microsoft.com/office/drawing/2014/main" val="10000"/>
                  </a:ext>
                </a:extLst>
              </a:tr>
              <a:tr h="548473">
                <a:tc>
                  <a:txBody>
                    <a:bodyPr/>
                    <a:lstStyle/>
                    <a:p>
                      <a:pPr algn="ctr"/>
                      <a:r>
                        <a:rPr lang="en-US" altLang="zh-CN" sz="1425" dirty="0">
                          <a:solidFill>
                            <a:srgbClr val="000000"/>
                          </a:solidFill>
                          <a:latin typeface="楷体"/>
                          <a:ea typeface="楷体"/>
                          <a:cs typeface="楷体"/>
                        </a:rPr>
                        <a:t>F1</a:t>
                      </a:r>
                      <a:r>
                        <a:rPr lang="en-US" sz="1425" dirty="0">
                          <a:solidFill>
                            <a:srgbClr val="000000"/>
                          </a:solidFill>
                          <a:latin typeface="楷体"/>
                          <a:ea typeface="楷体"/>
                          <a:cs typeface="楷体"/>
                        </a:rPr>
                        <a:t>(6-20)</a:t>
                      </a:r>
                      <a:endParaRPr sz="1425" dirty="0">
                        <a:solidFill>
                          <a:srgbClr val="000000"/>
                        </a:solidFill>
                        <a:latin typeface="楷体"/>
                        <a:ea typeface="楷体"/>
                        <a:cs typeface="楷体"/>
                      </a:endParaRPr>
                    </a:p>
                  </a:txBody>
                  <a:tcPr marL="57150" marR="57150" marT="38100" marB="38100" anchor="ctr"/>
                </a:tc>
                <a:tc>
                  <a:txBody>
                    <a:bodyPr/>
                    <a:lstStyle/>
                    <a:p>
                      <a:pPr algn="ctr"/>
                      <a:r>
                        <a:rPr lang="en-US" altLang="zh-CN" sz="1425" dirty="0" err="1">
                          <a:solidFill>
                            <a:srgbClr val="000000"/>
                          </a:solidFill>
                          <a:latin typeface="楷体"/>
                          <a:ea typeface="+mn-ea"/>
                          <a:cs typeface="楷体"/>
                        </a:rPr>
                        <a:t>mfeat</a:t>
                      </a:r>
                      <a:r>
                        <a:rPr lang="en-US" altLang="zh-CN" sz="1425" dirty="0">
                          <a:solidFill>
                            <a:srgbClr val="000000"/>
                          </a:solidFill>
                          <a:latin typeface="楷体"/>
                          <a:ea typeface="+mn-ea"/>
                          <a:cs typeface="楷体"/>
                        </a:rPr>
                        <a:t>-morphological</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2000</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6</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10</a:t>
                      </a:r>
                      <a:endParaRPr sz="1425"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10001"/>
                  </a:ext>
                </a:extLst>
              </a:tr>
              <a:tr h="443795">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25" dirty="0">
                          <a:solidFill>
                            <a:srgbClr val="000000"/>
                          </a:solidFill>
                          <a:latin typeface="楷体"/>
                          <a:ea typeface="+mn-ea"/>
                          <a:cs typeface="楷体"/>
                        </a:rPr>
                        <a:t>F2(20-100)</a:t>
                      </a:r>
                    </a:p>
                  </a:txBody>
                  <a:tcPr marL="57150" marR="57150" marT="38100" marB="38100" anchor="ctr"/>
                </a:tc>
                <a:tc>
                  <a:txBody>
                    <a:bodyPr/>
                    <a:lstStyle/>
                    <a:p>
                      <a:pPr algn="ctr"/>
                      <a:r>
                        <a:rPr lang="en-US" sz="1425" dirty="0" err="1">
                          <a:solidFill>
                            <a:srgbClr val="000000"/>
                          </a:solidFill>
                          <a:latin typeface="楷体"/>
                          <a:ea typeface="+mn-ea"/>
                          <a:cs typeface="楷体"/>
                        </a:rPr>
                        <a:t>mfeat-zernike</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2000</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47</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10</a:t>
                      </a:r>
                      <a:endParaRPr sz="1425"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10002"/>
                  </a:ext>
                </a:extLst>
              </a:tr>
              <a:tr h="443795">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25" dirty="0">
                          <a:solidFill>
                            <a:srgbClr val="000000"/>
                          </a:solidFill>
                          <a:latin typeface="楷体"/>
                          <a:ea typeface="+mn-ea"/>
                          <a:cs typeface="楷体"/>
                        </a:rPr>
                        <a:t>F2(20-100)</a:t>
                      </a:r>
                    </a:p>
                  </a:txBody>
                  <a:tcPr marL="57150" marR="57150" marT="38100" marB="38100"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25" dirty="0" err="1">
                          <a:solidFill>
                            <a:srgbClr val="000000"/>
                          </a:solidFill>
                          <a:latin typeface="楷体"/>
                          <a:ea typeface="+mn-ea"/>
                          <a:cs typeface="楷体"/>
                        </a:rPr>
                        <a:t>mfeat-karhunen</a:t>
                      </a:r>
                      <a:endParaRPr lang="en-US" altLang="zh-CN" sz="1425" dirty="0">
                        <a:solidFill>
                          <a:srgbClr val="000000"/>
                        </a:solidFill>
                        <a:latin typeface="楷体"/>
                        <a:ea typeface="+mn-ea"/>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2000</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64</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10</a:t>
                      </a:r>
                      <a:endParaRPr sz="1425"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473838735"/>
                  </a:ext>
                </a:extLst>
              </a:tr>
              <a:tr h="443795">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25" dirty="0">
                          <a:solidFill>
                            <a:srgbClr val="000000"/>
                          </a:solidFill>
                          <a:latin typeface="楷体"/>
                          <a:ea typeface="+mn-ea"/>
                          <a:cs typeface="楷体"/>
                        </a:rPr>
                        <a:t>F2(20-100)</a:t>
                      </a:r>
                    </a:p>
                  </a:txBody>
                  <a:tcPr marL="57150" marR="57150" marT="38100" marB="38100"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25" dirty="0" err="1">
                          <a:solidFill>
                            <a:srgbClr val="000000"/>
                          </a:solidFill>
                          <a:latin typeface="楷体"/>
                          <a:ea typeface="+mn-ea"/>
                          <a:cs typeface="楷体"/>
                        </a:rPr>
                        <a:t>mfeat-fourier</a:t>
                      </a:r>
                      <a:endParaRPr lang="en-US" altLang="zh-CN" sz="1425" dirty="0">
                        <a:solidFill>
                          <a:srgbClr val="000000"/>
                        </a:solidFill>
                        <a:latin typeface="楷体"/>
                        <a:ea typeface="+mn-ea"/>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2000</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76</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10</a:t>
                      </a:r>
                      <a:endParaRPr sz="1425"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3090163916"/>
                  </a:ext>
                </a:extLst>
              </a:tr>
              <a:tr h="443795">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425" dirty="0">
                          <a:solidFill>
                            <a:srgbClr val="000000"/>
                          </a:solidFill>
                          <a:latin typeface="楷体"/>
                          <a:ea typeface="+mn-ea"/>
                          <a:cs typeface="楷体"/>
                        </a:rPr>
                        <a:t>F3(100-300)</a:t>
                      </a:r>
                    </a:p>
                  </a:txBody>
                  <a:tcPr marL="57150" marR="57150" marT="38100" marB="38100" anchor="ctr"/>
                </a:tc>
                <a:tc>
                  <a:txBody>
                    <a:bodyPr/>
                    <a:lstStyle/>
                    <a:p>
                      <a:pPr algn="ctr"/>
                      <a:r>
                        <a:rPr lang="en-US" sz="1425" dirty="0" err="1">
                          <a:solidFill>
                            <a:srgbClr val="000000"/>
                          </a:solidFill>
                          <a:latin typeface="楷体"/>
                          <a:ea typeface="+mn-ea"/>
                          <a:cs typeface="楷体"/>
                        </a:rPr>
                        <a:t>mfeat</a:t>
                      </a:r>
                      <a:r>
                        <a:rPr lang="en-US" sz="1425" dirty="0">
                          <a:solidFill>
                            <a:srgbClr val="000000"/>
                          </a:solidFill>
                          <a:latin typeface="楷体"/>
                          <a:ea typeface="+mn-ea"/>
                          <a:cs typeface="楷体"/>
                        </a:rPr>
                        <a:t>-factors</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2000</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216</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10</a:t>
                      </a:r>
                      <a:endParaRPr sz="1425"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2274523312"/>
                  </a:ext>
                </a:extLst>
              </a:tr>
              <a:tr h="443795">
                <a:tc>
                  <a:txBody>
                    <a:bodyPr/>
                    <a:lstStyle/>
                    <a:p>
                      <a:pPr algn="ctr"/>
                      <a:r>
                        <a:rPr lang="en-US" altLang="zh-CN" sz="1425" dirty="0">
                          <a:solidFill>
                            <a:srgbClr val="000000"/>
                          </a:solidFill>
                          <a:latin typeface="楷体"/>
                          <a:ea typeface="+mn-ea"/>
                          <a:cs typeface="楷体"/>
                        </a:rPr>
                        <a:t>F3(100-300)</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err="1">
                          <a:solidFill>
                            <a:srgbClr val="000000"/>
                          </a:solidFill>
                          <a:latin typeface="楷体"/>
                          <a:ea typeface="+mn-ea"/>
                          <a:cs typeface="楷体"/>
                        </a:rPr>
                        <a:t>mfeat</a:t>
                      </a:r>
                      <a:r>
                        <a:rPr lang="en-US" sz="1425" dirty="0">
                          <a:solidFill>
                            <a:srgbClr val="000000"/>
                          </a:solidFill>
                          <a:latin typeface="楷体"/>
                          <a:ea typeface="+mn-ea"/>
                          <a:cs typeface="楷体"/>
                        </a:rPr>
                        <a:t>-pixel</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2000</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240</a:t>
                      </a:r>
                      <a:endParaRPr sz="1425" dirty="0">
                        <a:solidFill>
                          <a:srgbClr val="000000"/>
                        </a:solidFill>
                        <a:latin typeface="楷体"/>
                        <a:ea typeface="楷体"/>
                        <a:cs typeface="楷体"/>
                      </a:endParaRPr>
                    </a:p>
                  </a:txBody>
                  <a:tcPr marL="57150" marR="57150" marT="38100" marB="38100" anchor="ctr"/>
                </a:tc>
                <a:tc>
                  <a:txBody>
                    <a:bodyPr/>
                    <a:lstStyle/>
                    <a:p>
                      <a:pPr algn="ctr"/>
                      <a:r>
                        <a:rPr lang="en-US" sz="1425" dirty="0">
                          <a:solidFill>
                            <a:srgbClr val="000000"/>
                          </a:solidFill>
                          <a:latin typeface="楷体"/>
                          <a:ea typeface="楷体"/>
                          <a:cs typeface="楷体"/>
                        </a:rPr>
                        <a:t>10</a:t>
                      </a:r>
                      <a:endParaRPr sz="1425"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1408596691"/>
                  </a:ext>
                </a:extLst>
              </a:tr>
            </a:tbl>
          </a:graphicData>
        </a:graphic>
      </p:graphicFrame>
      <p:sp>
        <p:nvSpPr>
          <p:cNvPr id="10" name="文本框 9">
            <a:extLst>
              <a:ext uri="{FF2B5EF4-FFF2-40B4-BE49-F238E27FC236}">
                <a16:creationId xmlns:a16="http://schemas.microsoft.com/office/drawing/2014/main" id="{E7203E52-ADCA-AA45-7885-EC6A76A35B86}"/>
              </a:ext>
            </a:extLst>
          </p:cNvPr>
          <p:cNvSpPr txBox="1"/>
          <p:nvPr/>
        </p:nvSpPr>
        <p:spPr>
          <a:xfrm>
            <a:off x="6308202" y="5801810"/>
            <a:ext cx="5728852" cy="923330"/>
          </a:xfrm>
          <a:prstGeom prst="rect">
            <a:avLst/>
          </a:prstGeom>
          <a:noFill/>
        </p:spPr>
        <p:txBody>
          <a:bodyPr wrap="square" rtlCol="0">
            <a:spAutoFit/>
          </a:bodyPr>
          <a:lstStyle/>
          <a:p>
            <a:r>
              <a:rPr lang="zh-CN" altLang="en-US" dirty="0">
                <a:solidFill>
                  <a:srgbClr val="000000"/>
                </a:solidFill>
                <a:latin typeface="楷体"/>
                <a:cs typeface="楷体"/>
              </a:rPr>
              <a:t>特征数线采用</a:t>
            </a:r>
            <a:r>
              <a:rPr lang="en-US" altLang="zh-CN" dirty="0" err="1">
                <a:solidFill>
                  <a:srgbClr val="000000"/>
                </a:solidFill>
                <a:latin typeface="楷体"/>
                <a:cs typeface="楷体"/>
              </a:rPr>
              <a:t>mfeat</a:t>
            </a:r>
            <a:r>
              <a:rPr lang="zh-CN" altLang="en-US" dirty="0">
                <a:solidFill>
                  <a:srgbClr val="000000"/>
                </a:solidFill>
                <a:latin typeface="楷体"/>
                <a:cs typeface="楷体"/>
              </a:rPr>
              <a:t>系列用于观察特征维度变化，并支持后续错误模式分析</a:t>
            </a:r>
          </a:p>
          <a:p>
            <a:endParaRPr lang="zh-CN" altLang="en-US" dirty="0"/>
          </a:p>
        </p:txBody>
      </p:sp>
    </p:spTree>
    <p:extLst>
      <p:ext uri="{BB962C8B-B14F-4D97-AF65-F5344CB8AC3E}">
        <p14:creationId xmlns:p14="http://schemas.microsoft.com/office/powerpoint/2010/main" val="4371089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3F5AE52-A2DF-41CF-BB1C-3B020C87E64B}"/>
              </a:ext>
            </a:extLst>
          </p:cNvPr>
          <p:cNvSpPr>
            <a:spLocks noGrp="1"/>
          </p:cNvSpPr>
          <p:nvPr/>
        </p:nvSpPr>
        <p:spPr>
          <a:xfrm>
            <a:off x="266700" y="171450"/>
            <a:ext cx="9334500" cy="685800"/>
          </a:xfrm>
          <a:prstGeom prst="rect">
            <a:avLst/>
          </a:prstGeom>
          <a:noFill/>
          <a:ln w="0">
            <a:noFill/>
            <a:prstDash val="solid"/>
          </a:ln>
        </p:spPr>
        <p:txBody>
          <a:bodyPr/>
          <a:lstStyle/>
          <a:p>
            <a:pPr>
              <a:defRPr sz="3600" b="1">
                <a:solidFill>
                  <a:srgbClr val="000000"/>
                </a:solidFill>
                <a:latin typeface="微软雅黑"/>
                <a:ea typeface="微软雅黑"/>
                <a:cs typeface="微软雅黑"/>
              </a:defRPr>
            </a:pPr>
            <a:r>
              <a:rPr lang="zh-CN" altLang="en-US" sz="3600" b="1" dirty="0">
                <a:solidFill>
                  <a:srgbClr val="000000"/>
                </a:solidFill>
                <a:latin typeface="微软雅黑"/>
                <a:ea typeface="微软雅黑"/>
                <a:cs typeface="微软雅黑"/>
              </a:rPr>
              <a:t>实验设计：模型与硬件</a:t>
            </a:r>
          </a:p>
        </p:txBody>
      </p:sp>
      <p:sp>
        <p:nvSpPr>
          <p:cNvPr id="2" name="矩形 1">
            <a:extLst>
              <a:ext uri="{FF2B5EF4-FFF2-40B4-BE49-F238E27FC236}">
                <a16:creationId xmlns:a16="http://schemas.microsoft.com/office/drawing/2014/main" id="{6806ABA0-6DF8-4775-A4F7-3D158DFFB7A3}"/>
              </a:ext>
            </a:extLst>
          </p:cNvPr>
          <p:cNvSpPr>
            <a:spLocks noGrp="1"/>
          </p:cNvSpPr>
          <p:nvPr/>
        </p:nvSpPr>
        <p:spPr>
          <a:xfrm>
            <a:off x="952500" y="1268550"/>
            <a:ext cx="8572500" cy="419100"/>
          </a:xfrm>
          <a:prstGeom prst="rect">
            <a:avLst/>
          </a:prstGeom>
          <a:noFill/>
          <a:ln w="0">
            <a:noFill/>
            <a:prstDash val="solid"/>
          </a:ln>
        </p:spPr>
        <p:txBody>
          <a:bodyPr/>
          <a:lstStyle/>
          <a:p>
            <a:pPr>
              <a:defRPr sz="1763">
                <a:solidFill>
                  <a:srgbClr val="000000"/>
                </a:solidFill>
                <a:latin typeface="楷体"/>
                <a:ea typeface="楷体"/>
                <a:cs typeface="楷体"/>
              </a:defRPr>
            </a:pPr>
            <a:r>
              <a:rPr lang="zh-CN" altLang="en-US" sz="2000" b="1" dirty="0">
                <a:solidFill>
                  <a:srgbClr val="000000"/>
                </a:solidFill>
                <a:latin typeface="楷体"/>
                <a:ea typeface="楷体"/>
                <a:cs typeface="楷体"/>
              </a:rPr>
              <a:t>模型与硬件</a:t>
            </a:r>
            <a:endParaRPr sz="2000" b="1" dirty="0">
              <a:solidFill>
                <a:srgbClr val="000000"/>
              </a:solidFill>
              <a:latin typeface="楷体"/>
              <a:ea typeface="楷体"/>
              <a:cs typeface="楷体"/>
            </a:endParaRPr>
          </a:p>
        </p:txBody>
      </p:sp>
      <p:graphicFrame>
        <p:nvGraphicFramePr>
          <p:cNvPr id="8" name="表格 7"/>
          <p:cNvGraphicFramePr/>
          <p:nvPr>
            <p:extLst>
              <p:ext uri="{D42A27DB-BD31-4B8C-83A1-F6EECF244321}">
                <p14:modId xmlns:p14="http://schemas.microsoft.com/office/powerpoint/2010/main" val="3526063418"/>
              </p:ext>
            </p:extLst>
          </p:nvPr>
        </p:nvGraphicFramePr>
        <p:xfrm>
          <a:off x="952500" y="2238375"/>
          <a:ext cx="8648699" cy="2381250"/>
        </p:xfrm>
        <a:graphic>
          <a:graphicData uri="http://schemas.openxmlformats.org/drawingml/2006/table">
            <a:tbl>
              <a:tblPr firstRow="1"/>
              <a:tblGrid>
                <a:gridCol w="2048376">
                  <a:extLst>
                    <a:ext uri="{9D8B030D-6E8A-4147-A177-3AD203B41FA5}">
                      <a16:colId xmlns:a16="http://schemas.microsoft.com/office/drawing/2014/main" val="20000"/>
                    </a:ext>
                  </a:extLst>
                </a:gridCol>
                <a:gridCol w="1877678">
                  <a:extLst>
                    <a:ext uri="{9D8B030D-6E8A-4147-A177-3AD203B41FA5}">
                      <a16:colId xmlns:a16="http://schemas.microsoft.com/office/drawing/2014/main" val="20001"/>
                    </a:ext>
                  </a:extLst>
                </a:gridCol>
                <a:gridCol w="4722645">
                  <a:extLst>
                    <a:ext uri="{9D8B030D-6E8A-4147-A177-3AD203B41FA5}">
                      <a16:colId xmlns:a16="http://schemas.microsoft.com/office/drawing/2014/main" val="20002"/>
                    </a:ext>
                  </a:extLst>
                </a:gridCol>
              </a:tblGrid>
              <a:tr h="476250">
                <a:tc>
                  <a:txBody>
                    <a:bodyPr/>
                    <a:lstStyle/>
                    <a:p>
                      <a:pPr algn="ctr"/>
                      <a:r>
                        <a:rPr sz="1800" b="1">
                          <a:solidFill>
                            <a:srgbClr val="000000"/>
                          </a:solidFill>
                          <a:latin typeface="楷体"/>
                          <a:ea typeface="楷体"/>
                          <a:cs typeface="楷体"/>
                        </a:rPr>
                        <a:t>模型</a:t>
                      </a:r>
                    </a:p>
                  </a:txBody>
                  <a:tcPr marL="57150" marR="57150" marT="38100" marB="38100" anchor="ctr">
                    <a:solidFill>
                      <a:srgbClr val="EEF6F1"/>
                    </a:solidFill>
                  </a:tcPr>
                </a:tc>
                <a:tc>
                  <a:txBody>
                    <a:bodyPr/>
                    <a:lstStyle/>
                    <a:p>
                      <a:pPr algn="ctr"/>
                      <a:r>
                        <a:rPr sz="1800" b="1" dirty="0" err="1">
                          <a:solidFill>
                            <a:srgbClr val="000000"/>
                          </a:solidFill>
                          <a:latin typeface="楷体"/>
                          <a:ea typeface="楷体"/>
                          <a:cs typeface="楷体"/>
                        </a:rPr>
                        <a:t>类型</a:t>
                      </a:r>
                      <a:endParaRPr sz="1800" b="1" dirty="0">
                        <a:solidFill>
                          <a:srgbClr val="000000"/>
                        </a:solidFill>
                        <a:latin typeface="楷体"/>
                        <a:ea typeface="楷体"/>
                        <a:cs typeface="楷体"/>
                      </a:endParaRPr>
                    </a:p>
                  </a:txBody>
                  <a:tcPr marL="57150" marR="57150" marT="38100" marB="38100" anchor="ctr">
                    <a:solidFill>
                      <a:srgbClr val="EEF6F1"/>
                    </a:solidFill>
                  </a:tcPr>
                </a:tc>
                <a:tc>
                  <a:txBody>
                    <a:bodyPr/>
                    <a:lstStyle/>
                    <a:p>
                      <a:pPr algn="ctr"/>
                      <a:r>
                        <a:rPr sz="1800" b="1" dirty="0" err="1">
                          <a:solidFill>
                            <a:srgbClr val="000000"/>
                          </a:solidFill>
                          <a:latin typeface="楷体"/>
                          <a:ea typeface="楷体"/>
                          <a:cs typeface="楷体"/>
                        </a:rPr>
                        <a:t>设置</a:t>
                      </a:r>
                      <a:endParaRPr sz="1800" b="1" dirty="0">
                        <a:solidFill>
                          <a:srgbClr val="000000"/>
                        </a:solidFill>
                        <a:latin typeface="楷体"/>
                        <a:ea typeface="楷体"/>
                        <a:cs typeface="楷体"/>
                      </a:endParaRPr>
                    </a:p>
                  </a:txBody>
                  <a:tcPr marL="57150" marR="57150" marT="38100" marB="38100" anchor="ctr">
                    <a:solidFill>
                      <a:srgbClr val="EEF6F1"/>
                    </a:solidFill>
                  </a:tcPr>
                </a:tc>
                <a:extLst>
                  <a:ext uri="{0D108BD9-81ED-4DB2-BD59-A6C34878D82A}">
                    <a16:rowId xmlns:a16="http://schemas.microsoft.com/office/drawing/2014/main" val="10000"/>
                  </a:ext>
                </a:extLst>
              </a:tr>
              <a:tr h="476250">
                <a:tc>
                  <a:txBody>
                    <a:bodyPr/>
                    <a:lstStyle/>
                    <a:p>
                      <a:pPr algn="ctr"/>
                      <a:r>
                        <a:rPr sz="1800">
                          <a:solidFill>
                            <a:srgbClr val="000000"/>
                          </a:solidFill>
                          <a:latin typeface="楷体"/>
                          <a:ea typeface="楷体"/>
                          <a:cs typeface="楷体"/>
                        </a:rPr>
                        <a:t>TabICL</a:t>
                      </a:r>
                    </a:p>
                  </a:txBody>
                  <a:tcPr marL="57150" marR="57150" marT="38100" marB="38100" anchor="ctr"/>
                </a:tc>
                <a:tc>
                  <a:txBody>
                    <a:bodyPr/>
                    <a:lstStyle/>
                    <a:p>
                      <a:pPr algn="ctr"/>
                      <a:r>
                        <a:rPr sz="1800">
                          <a:solidFill>
                            <a:srgbClr val="000000"/>
                          </a:solidFill>
                          <a:latin typeface="楷体"/>
                          <a:ea typeface="楷体"/>
                          <a:cs typeface="楷体"/>
                        </a:rPr>
                        <a:t>TFM</a:t>
                      </a:r>
                    </a:p>
                  </a:txBody>
                  <a:tcPr marL="57150" marR="57150" marT="38100" marB="38100" anchor="ctr"/>
                </a:tc>
                <a:tc>
                  <a:txBody>
                    <a:bodyPr/>
                    <a:lstStyle/>
                    <a:p>
                      <a:pPr algn="ctr"/>
                      <a:r>
                        <a:rPr lang="en-US" altLang="zh-CN" sz="1800" dirty="0">
                          <a:solidFill>
                            <a:srgbClr val="000000"/>
                          </a:solidFill>
                          <a:latin typeface="楷体"/>
                          <a:ea typeface="+mn-ea"/>
                          <a:cs typeface="楷体"/>
                        </a:rPr>
                        <a:t>in-context learning</a:t>
                      </a:r>
                      <a:r>
                        <a:rPr sz="1800" dirty="0">
                          <a:solidFill>
                            <a:srgbClr val="000000"/>
                          </a:solidFill>
                          <a:latin typeface="楷体"/>
                          <a:ea typeface="楷体"/>
                          <a:cs typeface="楷体"/>
                        </a:rPr>
                        <a:t>/no fine-tuning</a:t>
                      </a:r>
                    </a:p>
                  </a:txBody>
                  <a:tcPr marL="57150" marR="57150" marT="38100" marB="38100" anchor="ctr"/>
                </a:tc>
                <a:extLst>
                  <a:ext uri="{0D108BD9-81ED-4DB2-BD59-A6C34878D82A}">
                    <a16:rowId xmlns:a16="http://schemas.microsoft.com/office/drawing/2014/main" val="10001"/>
                  </a:ext>
                </a:extLst>
              </a:tr>
              <a:tr h="476250">
                <a:tc>
                  <a:txBody>
                    <a:bodyPr/>
                    <a:lstStyle/>
                    <a:p>
                      <a:pPr algn="ctr"/>
                      <a:r>
                        <a:rPr sz="1800">
                          <a:solidFill>
                            <a:srgbClr val="000000"/>
                          </a:solidFill>
                          <a:latin typeface="楷体"/>
                          <a:ea typeface="楷体"/>
                          <a:cs typeface="楷体"/>
                        </a:rPr>
                        <a:t>TabPFN</a:t>
                      </a:r>
                    </a:p>
                  </a:txBody>
                  <a:tcPr marL="57150" marR="57150" marT="38100" marB="38100" anchor="ctr"/>
                </a:tc>
                <a:tc>
                  <a:txBody>
                    <a:bodyPr/>
                    <a:lstStyle/>
                    <a:p>
                      <a:pPr algn="ctr"/>
                      <a:r>
                        <a:rPr sz="1800" dirty="0">
                          <a:solidFill>
                            <a:srgbClr val="000000"/>
                          </a:solidFill>
                          <a:latin typeface="楷体"/>
                          <a:ea typeface="楷体"/>
                          <a:cs typeface="楷体"/>
                        </a:rPr>
                        <a:t>TFM</a:t>
                      </a:r>
                    </a:p>
                  </a:txBody>
                  <a:tcPr marL="57150" marR="57150" marT="38100" marB="38100" anchor="ctr"/>
                </a:tc>
                <a:tc>
                  <a:txBody>
                    <a:bodyPr/>
                    <a:lstStyle/>
                    <a:p>
                      <a:pPr algn="ctr"/>
                      <a:r>
                        <a:rPr lang="en-US" altLang="zh-CN" sz="1800" dirty="0">
                          <a:solidFill>
                            <a:srgbClr val="000000"/>
                          </a:solidFill>
                          <a:latin typeface="楷体"/>
                          <a:ea typeface="楷体"/>
                          <a:cs typeface="楷体"/>
                        </a:rPr>
                        <a:t>in-context learning</a:t>
                      </a:r>
                      <a:r>
                        <a:rPr sz="1800" dirty="0">
                          <a:solidFill>
                            <a:srgbClr val="000000"/>
                          </a:solidFill>
                          <a:latin typeface="楷体"/>
                          <a:ea typeface="楷体"/>
                          <a:cs typeface="楷体"/>
                        </a:rPr>
                        <a:t>/no fine-tuning</a:t>
                      </a:r>
                    </a:p>
                  </a:txBody>
                  <a:tcPr marL="57150" marR="57150" marT="38100" marB="38100" anchor="ctr"/>
                </a:tc>
                <a:extLst>
                  <a:ext uri="{0D108BD9-81ED-4DB2-BD59-A6C34878D82A}">
                    <a16:rowId xmlns:a16="http://schemas.microsoft.com/office/drawing/2014/main" val="10002"/>
                  </a:ext>
                </a:extLst>
              </a:tr>
              <a:tr h="476250">
                <a:tc>
                  <a:txBody>
                    <a:bodyPr/>
                    <a:lstStyle/>
                    <a:p>
                      <a:pPr algn="ctr"/>
                      <a:r>
                        <a:rPr sz="1800">
                          <a:solidFill>
                            <a:srgbClr val="000000"/>
                          </a:solidFill>
                          <a:latin typeface="楷体"/>
                          <a:ea typeface="楷体"/>
                          <a:cs typeface="楷体"/>
                        </a:rPr>
                        <a:t>LightGBM</a:t>
                      </a:r>
                    </a:p>
                  </a:txBody>
                  <a:tcPr marL="57150" marR="57150" marT="38100" marB="38100" anchor="ctr"/>
                </a:tc>
                <a:tc>
                  <a:txBody>
                    <a:bodyPr/>
                    <a:lstStyle/>
                    <a:p>
                      <a:pPr algn="ctr"/>
                      <a:r>
                        <a:rPr sz="1800">
                          <a:solidFill>
                            <a:srgbClr val="000000"/>
                          </a:solidFill>
                          <a:latin typeface="楷体"/>
                          <a:ea typeface="楷体"/>
                          <a:cs typeface="楷体"/>
                        </a:rPr>
                        <a:t>GBDT</a:t>
                      </a:r>
                    </a:p>
                  </a:txBody>
                  <a:tcPr marL="57150" marR="57150" marT="38100" marB="38100" anchor="ctr"/>
                </a:tc>
                <a:tc>
                  <a:txBody>
                    <a:bodyPr/>
                    <a:lstStyle/>
                    <a:p>
                      <a:pPr algn="ctr"/>
                      <a:r>
                        <a:rPr sz="1800" dirty="0" err="1">
                          <a:solidFill>
                            <a:srgbClr val="000000"/>
                          </a:solidFill>
                          <a:latin typeface="楷体"/>
                          <a:ea typeface="楷体"/>
                          <a:cs typeface="楷体"/>
                        </a:rPr>
                        <a:t>默认超参数</a:t>
                      </a:r>
                      <a:endParaRPr sz="1800"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10003"/>
                  </a:ext>
                </a:extLst>
              </a:tr>
              <a:tr h="476250">
                <a:tc>
                  <a:txBody>
                    <a:bodyPr/>
                    <a:lstStyle/>
                    <a:p>
                      <a:pPr algn="ctr"/>
                      <a:r>
                        <a:rPr sz="1800" dirty="0" err="1">
                          <a:solidFill>
                            <a:srgbClr val="000000"/>
                          </a:solidFill>
                          <a:latin typeface="楷体"/>
                          <a:ea typeface="楷体"/>
                          <a:cs typeface="楷体"/>
                        </a:rPr>
                        <a:t>XGBoost</a:t>
                      </a:r>
                      <a:endParaRPr sz="1800" dirty="0">
                        <a:solidFill>
                          <a:srgbClr val="000000"/>
                        </a:solidFill>
                        <a:latin typeface="楷体"/>
                        <a:ea typeface="楷体"/>
                        <a:cs typeface="楷体"/>
                      </a:endParaRPr>
                    </a:p>
                  </a:txBody>
                  <a:tcPr marL="57150" marR="57150" marT="38100" marB="38100" anchor="ctr"/>
                </a:tc>
                <a:tc>
                  <a:txBody>
                    <a:bodyPr/>
                    <a:lstStyle/>
                    <a:p>
                      <a:pPr algn="ctr"/>
                      <a:r>
                        <a:rPr sz="1800" dirty="0">
                          <a:solidFill>
                            <a:srgbClr val="000000"/>
                          </a:solidFill>
                          <a:latin typeface="楷体"/>
                          <a:ea typeface="楷体"/>
                          <a:cs typeface="楷体"/>
                        </a:rPr>
                        <a:t>GBDT</a:t>
                      </a:r>
                    </a:p>
                  </a:txBody>
                  <a:tcPr marL="57150" marR="57150" marT="38100" marB="38100" anchor="ctr"/>
                </a:tc>
                <a:tc>
                  <a:txBody>
                    <a:bodyPr/>
                    <a:lstStyle/>
                    <a:p>
                      <a:pPr algn="ctr"/>
                      <a:r>
                        <a:rPr sz="1800" dirty="0" err="1">
                          <a:solidFill>
                            <a:srgbClr val="000000"/>
                          </a:solidFill>
                          <a:latin typeface="楷体"/>
                          <a:ea typeface="楷体"/>
                          <a:cs typeface="楷体"/>
                        </a:rPr>
                        <a:t>默认超参数</a:t>
                      </a:r>
                      <a:endParaRPr sz="1800"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10004"/>
                  </a:ext>
                </a:extLst>
              </a:tr>
            </a:tbl>
          </a:graphicData>
        </a:graphic>
      </p:graphicFrame>
      <p:sp>
        <p:nvSpPr>
          <p:cNvPr id="4" name="矩形 3">
            <a:extLst>
              <a:ext uri="{FF2B5EF4-FFF2-40B4-BE49-F238E27FC236}">
                <a16:creationId xmlns:a16="http://schemas.microsoft.com/office/drawing/2014/main" id="{28E5AB4B-E364-4F67-BF3B-E1C97FB930BA}"/>
              </a:ext>
            </a:extLst>
          </p:cNvPr>
          <p:cNvSpPr>
            <a:spLocks noGrp="1"/>
          </p:cNvSpPr>
          <p:nvPr/>
        </p:nvSpPr>
        <p:spPr>
          <a:xfrm>
            <a:off x="952500" y="5738873"/>
            <a:ext cx="3839418" cy="557815"/>
          </a:xfrm>
          <a:prstGeom prst="rect">
            <a:avLst/>
          </a:prstGeom>
          <a:noFill/>
          <a:ln w="0">
            <a:noFill/>
            <a:prstDash val="solid"/>
          </a:ln>
        </p:spPr>
        <p:txBody>
          <a:bodyPr/>
          <a:lstStyle/>
          <a:p>
            <a:pPr marL="24" indent="-14">
              <a:defRPr sz="1800">
                <a:solidFill>
                  <a:srgbClr val="000000"/>
                </a:solidFill>
                <a:latin typeface="楷体"/>
                <a:ea typeface="楷体"/>
                <a:cs typeface="楷体"/>
              </a:defRPr>
            </a:pPr>
            <a:r>
              <a:rPr lang="en-US" altLang="zh-CN" dirty="0">
                <a:solidFill>
                  <a:srgbClr val="000000"/>
                </a:solidFill>
                <a:latin typeface="楷体"/>
                <a:ea typeface="楷体"/>
                <a:cs typeface="楷体"/>
              </a:rPr>
              <a:t>·</a:t>
            </a:r>
            <a:r>
              <a:rPr lang="zh-CN" altLang="en-US" dirty="0">
                <a:solidFill>
                  <a:srgbClr val="000000"/>
                </a:solidFill>
                <a:latin typeface="楷体"/>
                <a:ea typeface="楷体"/>
                <a:cs typeface="楷体"/>
              </a:rPr>
              <a:t>硬件：</a:t>
            </a:r>
            <a:r>
              <a:rPr lang="en-US" altLang="zh-CN" dirty="0">
                <a:solidFill>
                  <a:srgbClr val="000000"/>
                </a:solidFill>
                <a:latin typeface="楷体"/>
                <a:ea typeface="楷体"/>
                <a:cs typeface="楷体"/>
              </a:rPr>
              <a:t>2</a:t>
            </a:r>
            <a:r>
              <a:rPr lang="zh-CN" altLang="en-US" dirty="0">
                <a:solidFill>
                  <a:srgbClr val="000000"/>
                </a:solidFill>
                <a:latin typeface="楷体"/>
                <a:ea typeface="楷体"/>
                <a:cs typeface="楷体"/>
              </a:rPr>
              <a:t>台轻薄本，</a:t>
            </a:r>
            <a:r>
              <a:rPr lang="en-US" altLang="zh-CN" dirty="0">
                <a:solidFill>
                  <a:srgbClr val="000000"/>
                </a:solidFill>
                <a:latin typeface="楷体"/>
                <a:ea typeface="楷体"/>
                <a:cs typeface="楷体"/>
              </a:rPr>
              <a:t>3</a:t>
            </a:r>
            <a:r>
              <a:rPr lang="zh-CN" altLang="en-US" dirty="0">
                <a:solidFill>
                  <a:srgbClr val="000000"/>
                </a:solidFill>
                <a:latin typeface="楷体"/>
                <a:ea typeface="楷体"/>
                <a:cs typeface="楷体"/>
              </a:rPr>
              <a:t>台游戏本</a:t>
            </a:r>
            <a:endParaRPr b="0" dirty="0">
              <a:solidFill>
                <a:srgbClr val="000000"/>
              </a:solidFill>
              <a:latin typeface="楷体"/>
              <a:ea typeface="楷体"/>
              <a:cs typeface="楷体"/>
            </a:endParaRPr>
          </a:p>
        </p:txBody>
      </p:sp>
      <p:sp>
        <p:nvSpPr>
          <p:cNvPr id="7" name="文本框 6">
            <a:extLst>
              <a:ext uri="{FF2B5EF4-FFF2-40B4-BE49-F238E27FC236}">
                <a16:creationId xmlns:a16="http://schemas.microsoft.com/office/drawing/2014/main" id="{2FE02911-721E-F810-456D-DC4CB66C3D7C}"/>
              </a:ext>
            </a:extLst>
          </p:cNvPr>
          <p:cNvSpPr txBox="1"/>
          <p:nvPr/>
        </p:nvSpPr>
        <p:spPr>
          <a:xfrm>
            <a:off x="952500" y="1750875"/>
            <a:ext cx="6105644" cy="369332"/>
          </a:xfrm>
          <a:prstGeom prst="rect">
            <a:avLst/>
          </a:prstGeom>
          <a:noFill/>
        </p:spPr>
        <p:txBody>
          <a:bodyPr wrap="square">
            <a:spAutoFit/>
          </a:bodyPr>
          <a:lstStyle/>
          <a:p>
            <a:r>
              <a:rPr lang="en-US" altLang="zh-CN" dirty="0">
                <a:solidFill>
                  <a:srgbClr val="000000"/>
                </a:solidFill>
                <a:latin typeface="楷体"/>
                <a:cs typeface="楷体"/>
              </a:rPr>
              <a:t>·</a:t>
            </a:r>
            <a:r>
              <a:rPr lang="zh-CN" altLang="en-US" dirty="0">
                <a:solidFill>
                  <a:srgbClr val="000000"/>
                </a:solidFill>
                <a:latin typeface="楷体"/>
                <a:ea typeface="楷体"/>
                <a:cs typeface="楷体"/>
              </a:rPr>
              <a:t>模型</a:t>
            </a:r>
            <a:endParaRPr lang="zh-CN" altLang="en-US" dirty="0"/>
          </a:p>
        </p:txBody>
      </p:sp>
      <p:sp>
        <p:nvSpPr>
          <p:cNvPr id="9" name="文本框 8">
            <a:extLst>
              <a:ext uri="{FF2B5EF4-FFF2-40B4-BE49-F238E27FC236}">
                <a16:creationId xmlns:a16="http://schemas.microsoft.com/office/drawing/2014/main" id="{31F9E2A8-3167-B7A5-96BC-4DC53FDCCE42}"/>
              </a:ext>
            </a:extLst>
          </p:cNvPr>
          <p:cNvSpPr txBox="1"/>
          <p:nvPr/>
        </p:nvSpPr>
        <p:spPr>
          <a:xfrm>
            <a:off x="952500" y="4801018"/>
            <a:ext cx="7584127" cy="646331"/>
          </a:xfrm>
          <a:prstGeom prst="rect">
            <a:avLst/>
          </a:prstGeom>
          <a:noFill/>
        </p:spPr>
        <p:txBody>
          <a:bodyPr wrap="none" rtlCol="0">
            <a:spAutoFit/>
          </a:bodyPr>
          <a:lstStyle/>
          <a:p>
            <a:r>
              <a:rPr lang="zh-CN" altLang="en-US" dirty="0"/>
              <a:t>对于</a:t>
            </a:r>
            <a:r>
              <a:rPr lang="en-US" altLang="zh-CN" dirty="0"/>
              <a:t>TFM</a:t>
            </a:r>
            <a:r>
              <a:rPr lang="zh-CN" altLang="en-US" dirty="0"/>
              <a:t>，将训练集和验证集作为上下文，用测试集来计算预测正确率</a:t>
            </a:r>
            <a:endParaRPr lang="en-US" altLang="zh-CN" dirty="0"/>
          </a:p>
          <a:p>
            <a:r>
              <a:rPr lang="zh-CN" altLang="en-US" dirty="0"/>
              <a:t>对于</a:t>
            </a:r>
            <a:r>
              <a:rPr lang="en-US" altLang="zh-CN" dirty="0"/>
              <a:t>BGDT</a:t>
            </a:r>
            <a:r>
              <a:rPr lang="zh-CN" altLang="en-US" dirty="0"/>
              <a:t>，用训练集和验证集训练，用测试集来计算预测正确率</a:t>
            </a:r>
          </a:p>
        </p:txBody>
      </p:sp>
    </p:spTree>
    <p:extLst>
      <p:ext uri="{BB962C8B-B14F-4D97-AF65-F5344CB8AC3E}">
        <p14:creationId xmlns:p14="http://schemas.microsoft.com/office/powerpoint/2010/main" val="15399885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C58C065B-9EFF-42B7-8F74-B0DAF607B8A4}"/>
              </a:ext>
            </a:extLst>
          </p:cNvPr>
          <p:cNvSpPr>
            <a:spLocks noGrp="1"/>
          </p:cNvSpPr>
          <p:nvPr/>
        </p:nvSpPr>
        <p:spPr>
          <a:xfrm>
            <a:off x="266700" y="171450"/>
            <a:ext cx="9334500" cy="685800"/>
          </a:xfrm>
          <a:prstGeom prst="rect">
            <a:avLst/>
          </a:prstGeom>
          <a:noFill/>
          <a:ln w="0">
            <a:noFill/>
            <a:prstDash val="solid"/>
          </a:ln>
        </p:spPr>
        <p:txBody>
          <a:bodyPr/>
          <a:lstStyle/>
          <a:p>
            <a:pPr>
              <a:defRPr sz="3600" b="1">
                <a:solidFill>
                  <a:srgbClr val="000000"/>
                </a:solidFill>
                <a:latin typeface="微软雅黑"/>
                <a:ea typeface="微软雅黑"/>
                <a:cs typeface="微软雅黑"/>
              </a:defRPr>
            </a:pPr>
            <a:r>
              <a:rPr lang="zh-CN" altLang="en-US" sz="3600" b="1" dirty="0">
                <a:solidFill>
                  <a:srgbClr val="000000"/>
                </a:solidFill>
                <a:latin typeface="微软雅黑"/>
                <a:ea typeface="微软雅黑"/>
                <a:cs typeface="微软雅黑"/>
              </a:rPr>
              <a:t>结果分析：预测性能</a:t>
            </a:r>
          </a:p>
        </p:txBody>
      </p:sp>
      <p:sp>
        <p:nvSpPr>
          <p:cNvPr id="2" name="矩形 1">
            <a:extLst>
              <a:ext uri="{FF2B5EF4-FFF2-40B4-BE49-F238E27FC236}">
                <a16:creationId xmlns:a16="http://schemas.microsoft.com/office/drawing/2014/main" id="{C5039D88-0D3F-4D04-8E7F-A456D840A080}"/>
              </a:ext>
            </a:extLst>
          </p:cNvPr>
          <p:cNvSpPr>
            <a:spLocks noGrp="1"/>
          </p:cNvSpPr>
          <p:nvPr/>
        </p:nvSpPr>
        <p:spPr>
          <a:xfrm>
            <a:off x="859902" y="1353394"/>
            <a:ext cx="8572500" cy="419100"/>
          </a:xfrm>
          <a:prstGeom prst="rect">
            <a:avLst/>
          </a:prstGeom>
          <a:noFill/>
          <a:ln w="0">
            <a:noFill/>
            <a:prstDash val="solid"/>
          </a:ln>
        </p:spPr>
        <p:txBody>
          <a:bodyPr/>
          <a:lstStyle/>
          <a:p>
            <a:pPr>
              <a:defRPr sz="1763">
                <a:solidFill>
                  <a:srgbClr val="000000"/>
                </a:solidFill>
                <a:latin typeface="楷体"/>
                <a:ea typeface="楷体"/>
                <a:cs typeface="楷体"/>
              </a:defRPr>
            </a:pPr>
            <a:r>
              <a:rPr lang="zh-CN" altLang="zh-CN" sz="2000" b="1" dirty="0"/>
              <a:t>TFMs在平均预测性能上优于GBDTs</a:t>
            </a:r>
            <a:endParaRPr sz="2000" b="1" dirty="0">
              <a:solidFill>
                <a:srgbClr val="000000"/>
              </a:solidFill>
              <a:latin typeface="楷体"/>
              <a:ea typeface="楷体"/>
              <a:cs typeface="楷体"/>
            </a:endParaRPr>
          </a:p>
        </p:txBody>
      </p:sp>
      <p:graphicFrame>
        <p:nvGraphicFramePr>
          <p:cNvPr id="8" name="表格 7"/>
          <p:cNvGraphicFramePr/>
          <p:nvPr>
            <p:extLst>
              <p:ext uri="{D42A27DB-BD31-4B8C-83A1-F6EECF244321}">
                <p14:modId xmlns:p14="http://schemas.microsoft.com/office/powerpoint/2010/main" val="1459206785"/>
              </p:ext>
            </p:extLst>
          </p:nvPr>
        </p:nvGraphicFramePr>
        <p:xfrm>
          <a:off x="859902" y="2236182"/>
          <a:ext cx="5066337" cy="2582960"/>
        </p:xfrm>
        <a:graphic>
          <a:graphicData uri="http://schemas.openxmlformats.org/drawingml/2006/table">
            <a:tbl>
              <a:tblPr firstRow="1"/>
              <a:tblGrid>
                <a:gridCol w="1649505">
                  <a:extLst>
                    <a:ext uri="{9D8B030D-6E8A-4147-A177-3AD203B41FA5}">
                      <a16:colId xmlns:a16="http://schemas.microsoft.com/office/drawing/2014/main" val="20000"/>
                    </a:ext>
                  </a:extLst>
                </a:gridCol>
                <a:gridCol w="1708416">
                  <a:extLst>
                    <a:ext uri="{9D8B030D-6E8A-4147-A177-3AD203B41FA5}">
                      <a16:colId xmlns:a16="http://schemas.microsoft.com/office/drawing/2014/main" val="20001"/>
                    </a:ext>
                  </a:extLst>
                </a:gridCol>
                <a:gridCol w="1708416">
                  <a:extLst>
                    <a:ext uri="{9D8B030D-6E8A-4147-A177-3AD203B41FA5}">
                      <a16:colId xmlns:a16="http://schemas.microsoft.com/office/drawing/2014/main" val="20002"/>
                    </a:ext>
                  </a:extLst>
                </a:gridCol>
              </a:tblGrid>
              <a:tr h="516592">
                <a:tc>
                  <a:txBody>
                    <a:bodyPr/>
                    <a:lstStyle/>
                    <a:p>
                      <a:pPr algn="ctr"/>
                      <a:r>
                        <a:rPr sz="1800" b="1" dirty="0" err="1">
                          <a:solidFill>
                            <a:srgbClr val="000000"/>
                          </a:solidFill>
                          <a:latin typeface="楷体"/>
                          <a:ea typeface="楷体"/>
                          <a:cs typeface="楷体"/>
                        </a:rPr>
                        <a:t>模型</a:t>
                      </a:r>
                      <a:endParaRPr sz="1800" b="1" dirty="0">
                        <a:solidFill>
                          <a:srgbClr val="000000"/>
                        </a:solidFill>
                        <a:latin typeface="楷体"/>
                        <a:ea typeface="楷体"/>
                        <a:cs typeface="楷体"/>
                      </a:endParaRPr>
                    </a:p>
                  </a:txBody>
                  <a:tcPr marL="57150" marR="57150" marT="38100" marB="38100" anchor="ctr">
                    <a:solidFill>
                      <a:srgbClr val="EEF6F1"/>
                    </a:solidFill>
                  </a:tcPr>
                </a:tc>
                <a:tc>
                  <a:txBody>
                    <a:bodyPr/>
                    <a:lstStyle/>
                    <a:p>
                      <a:pPr algn="ctr"/>
                      <a:r>
                        <a:rPr sz="1800" b="1">
                          <a:solidFill>
                            <a:srgbClr val="000000"/>
                          </a:solidFill>
                          <a:latin typeface="楷体"/>
                          <a:ea typeface="楷体"/>
                          <a:cs typeface="楷体"/>
                        </a:rPr>
                        <a:t>Mean Accuracy</a:t>
                      </a:r>
                    </a:p>
                  </a:txBody>
                  <a:tcPr marL="57150" marR="57150" marT="38100" marB="38100" anchor="ctr">
                    <a:solidFill>
                      <a:srgbClr val="EEF6F1"/>
                    </a:solidFill>
                  </a:tcPr>
                </a:tc>
                <a:tc>
                  <a:txBody>
                    <a:bodyPr/>
                    <a:lstStyle/>
                    <a:p>
                      <a:pPr algn="ctr"/>
                      <a:r>
                        <a:rPr sz="1800" b="1">
                          <a:solidFill>
                            <a:srgbClr val="000000"/>
                          </a:solidFill>
                          <a:latin typeface="楷体"/>
                          <a:ea typeface="楷体"/>
                          <a:cs typeface="楷体"/>
                        </a:rPr>
                        <a:t>Mean Macro-F1</a:t>
                      </a:r>
                    </a:p>
                  </a:txBody>
                  <a:tcPr marL="57150" marR="57150" marT="38100" marB="38100" anchor="ctr">
                    <a:solidFill>
                      <a:srgbClr val="EEF6F1"/>
                    </a:solidFill>
                  </a:tcPr>
                </a:tc>
                <a:extLst>
                  <a:ext uri="{0D108BD9-81ED-4DB2-BD59-A6C34878D82A}">
                    <a16:rowId xmlns:a16="http://schemas.microsoft.com/office/drawing/2014/main" val="10000"/>
                  </a:ext>
                </a:extLst>
              </a:tr>
              <a:tr h="516592">
                <a:tc>
                  <a:txBody>
                    <a:bodyPr/>
                    <a:lstStyle/>
                    <a:p>
                      <a:pPr algn="ctr"/>
                      <a:r>
                        <a:rPr sz="1800" dirty="0" err="1">
                          <a:solidFill>
                            <a:srgbClr val="000000"/>
                          </a:solidFill>
                          <a:latin typeface="楷体"/>
                          <a:ea typeface="楷体"/>
                          <a:cs typeface="楷体"/>
                        </a:rPr>
                        <a:t>TabICL</a:t>
                      </a:r>
                      <a:endParaRPr sz="1800" dirty="0">
                        <a:solidFill>
                          <a:srgbClr val="000000"/>
                        </a:solidFill>
                        <a:latin typeface="楷体"/>
                        <a:ea typeface="楷体"/>
                        <a:cs typeface="楷体"/>
                      </a:endParaRPr>
                    </a:p>
                  </a:txBody>
                  <a:tcPr marL="57150" marR="57150" marT="38100" marB="38100" anchor="ctr"/>
                </a:tc>
                <a:tc>
                  <a:txBody>
                    <a:bodyPr/>
                    <a:lstStyle/>
                    <a:p>
                      <a:pPr algn="ctr"/>
                      <a:r>
                        <a:rPr sz="1800" dirty="0">
                          <a:solidFill>
                            <a:srgbClr val="000000"/>
                          </a:solidFill>
                          <a:latin typeface="楷体"/>
                          <a:ea typeface="楷体"/>
                          <a:cs typeface="楷体"/>
                        </a:rPr>
                        <a:t>0.913</a:t>
                      </a:r>
                    </a:p>
                  </a:txBody>
                  <a:tcPr marL="57150" marR="57150" marT="38100" marB="38100" anchor="ctr"/>
                </a:tc>
                <a:tc>
                  <a:txBody>
                    <a:bodyPr/>
                    <a:lstStyle/>
                    <a:p>
                      <a:pPr algn="ctr"/>
                      <a:r>
                        <a:rPr sz="1800">
                          <a:solidFill>
                            <a:srgbClr val="000000"/>
                          </a:solidFill>
                          <a:latin typeface="楷体"/>
                          <a:ea typeface="楷体"/>
                          <a:cs typeface="楷体"/>
                        </a:rPr>
                        <a:t>0.851</a:t>
                      </a:r>
                    </a:p>
                  </a:txBody>
                  <a:tcPr marL="57150" marR="57150" marT="38100" marB="38100" anchor="ctr"/>
                </a:tc>
                <a:extLst>
                  <a:ext uri="{0D108BD9-81ED-4DB2-BD59-A6C34878D82A}">
                    <a16:rowId xmlns:a16="http://schemas.microsoft.com/office/drawing/2014/main" val="10001"/>
                  </a:ext>
                </a:extLst>
              </a:tr>
              <a:tr h="516592">
                <a:tc>
                  <a:txBody>
                    <a:bodyPr/>
                    <a:lstStyle/>
                    <a:p>
                      <a:pPr algn="ctr"/>
                      <a:r>
                        <a:rPr sz="1800">
                          <a:solidFill>
                            <a:srgbClr val="000000"/>
                          </a:solidFill>
                          <a:latin typeface="楷体"/>
                          <a:ea typeface="楷体"/>
                          <a:cs typeface="楷体"/>
                        </a:rPr>
                        <a:t>TabPFN</a:t>
                      </a:r>
                    </a:p>
                  </a:txBody>
                  <a:tcPr marL="57150" marR="57150" marT="38100" marB="38100" anchor="ctr"/>
                </a:tc>
                <a:tc>
                  <a:txBody>
                    <a:bodyPr/>
                    <a:lstStyle/>
                    <a:p>
                      <a:pPr algn="ctr"/>
                      <a:r>
                        <a:rPr sz="1800" dirty="0">
                          <a:solidFill>
                            <a:srgbClr val="000000"/>
                          </a:solidFill>
                          <a:latin typeface="楷体"/>
                          <a:ea typeface="楷体"/>
                          <a:cs typeface="楷体"/>
                        </a:rPr>
                        <a:t>0.906</a:t>
                      </a:r>
                    </a:p>
                  </a:txBody>
                  <a:tcPr marL="57150" marR="57150" marT="38100" marB="38100" anchor="ctr"/>
                </a:tc>
                <a:tc>
                  <a:txBody>
                    <a:bodyPr/>
                    <a:lstStyle/>
                    <a:p>
                      <a:pPr algn="ctr"/>
                      <a:r>
                        <a:rPr sz="1800" dirty="0">
                          <a:solidFill>
                            <a:srgbClr val="000000"/>
                          </a:solidFill>
                          <a:latin typeface="楷体"/>
                          <a:ea typeface="楷体"/>
                          <a:cs typeface="楷体"/>
                        </a:rPr>
                        <a:t>0.844</a:t>
                      </a:r>
                    </a:p>
                  </a:txBody>
                  <a:tcPr marL="57150" marR="57150" marT="38100" marB="38100" anchor="ctr"/>
                </a:tc>
                <a:extLst>
                  <a:ext uri="{0D108BD9-81ED-4DB2-BD59-A6C34878D82A}">
                    <a16:rowId xmlns:a16="http://schemas.microsoft.com/office/drawing/2014/main" val="10002"/>
                  </a:ext>
                </a:extLst>
              </a:tr>
              <a:tr h="516592">
                <a:tc>
                  <a:txBody>
                    <a:bodyPr/>
                    <a:lstStyle/>
                    <a:p>
                      <a:pPr algn="ctr"/>
                      <a:r>
                        <a:rPr sz="1800">
                          <a:solidFill>
                            <a:srgbClr val="000000"/>
                          </a:solidFill>
                          <a:latin typeface="楷体"/>
                          <a:ea typeface="楷体"/>
                          <a:cs typeface="楷体"/>
                        </a:rPr>
                        <a:t>XGBoost</a:t>
                      </a:r>
                    </a:p>
                  </a:txBody>
                  <a:tcPr marL="57150" marR="57150" marT="38100" marB="38100" anchor="ctr"/>
                </a:tc>
                <a:tc>
                  <a:txBody>
                    <a:bodyPr/>
                    <a:lstStyle/>
                    <a:p>
                      <a:pPr algn="ctr"/>
                      <a:r>
                        <a:rPr sz="1800" dirty="0">
                          <a:solidFill>
                            <a:srgbClr val="000000"/>
                          </a:solidFill>
                          <a:latin typeface="楷体"/>
                          <a:ea typeface="楷体"/>
                          <a:cs typeface="楷体"/>
                        </a:rPr>
                        <a:t>0.883</a:t>
                      </a:r>
                    </a:p>
                  </a:txBody>
                  <a:tcPr marL="57150" marR="57150" marT="38100" marB="38100" anchor="ctr"/>
                </a:tc>
                <a:tc>
                  <a:txBody>
                    <a:bodyPr/>
                    <a:lstStyle/>
                    <a:p>
                      <a:pPr algn="ctr"/>
                      <a:r>
                        <a:rPr sz="1800" dirty="0">
                          <a:solidFill>
                            <a:srgbClr val="000000"/>
                          </a:solidFill>
                          <a:latin typeface="楷体"/>
                          <a:ea typeface="楷体"/>
                          <a:cs typeface="楷体"/>
                        </a:rPr>
                        <a:t>0.825</a:t>
                      </a:r>
                    </a:p>
                  </a:txBody>
                  <a:tcPr marL="57150" marR="57150" marT="38100" marB="38100" anchor="ctr"/>
                </a:tc>
                <a:extLst>
                  <a:ext uri="{0D108BD9-81ED-4DB2-BD59-A6C34878D82A}">
                    <a16:rowId xmlns:a16="http://schemas.microsoft.com/office/drawing/2014/main" val="10003"/>
                  </a:ext>
                </a:extLst>
              </a:tr>
              <a:tr h="516592">
                <a:tc>
                  <a:txBody>
                    <a:bodyPr/>
                    <a:lstStyle/>
                    <a:p>
                      <a:pPr algn="ctr"/>
                      <a:r>
                        <a:rPr sz="1800" dirty="0" err="1">
                          <a:solidFill>
                            <a:srgbClr val="000000"/>
                          </a:solidFill>
                          <a:latin typeface="楷体"/>
                          <a:ea typeface="楷体"/>
                          <a:cs typeface="楷体"/>
                        </a:rPr>
                        <a:t>LightGBM</a:t>
                      </a:r>
                      <a:endParaRPr sz="1800" dirty="0">
                        <a:solidFill>
                          <a:srgbClr val="000000"/>
                        </a:solidFill>
                        <a:latin typeface="楷体"/>
                        <a:ea typeface="楷体"/>
                        <a:cs typeface="楷体"/>
                      </a:endParaRPr>
                    </a:p>
                  </a:txBody>
                  <a:tcPr marL="57150" marR="57150" marT="38100" marB="38100" anchor="ctr"/>
                </a:tc>
                <a:tc>
                  <a:txBody>
                    <a:bodyPr/>
                    <a:lstStyle/>
                    <a:p>
                      <a:pPr algn="ctr"/>
                      <a:r>
                        <a:rPr sz="1800">
                          <a:solidFill>
                            <a:srgbClr val="000000"/>
                          </a:solidFill>
                          <a:latin typeface="楷体"/>
                          <a:ea typeface="楷体"/>
                          <a:cs typeface="楷体"/>
                        </a:rPr>
                        <a:t>0.883</a:t>
                      </a:r>
                    </a:p>
                  </a:txBody>
                  <a:tcPr marL="57150" marR="57150" marT="38100" marB="38100" anchor="ctr"/>
                </a:tc>
                <a:tc>
                  <a:txBody>
                    <a:bodyPr/>
                    <a:lstStyle/>
                    <a:p>
                      <a:pPr algn="ctr"/>
                      <a:r>
                        <a:rPr sz="1800" dirty="0">
                          <a:solidFill>
                            <a:srgbClr val="000000"/>
                          </a:solidFill>
                          <a:latin typeface="楷体"/>
                          <a:ea typeface="楷体"/>
                          <a:cs typeface="楷体"/>
                        </a:rPr>
                        <a:t>0.824</a:t>
                      </a:r>
                    </a:p>
                  </a:txBody>
                  <a:tcPr marL="57150" marR="57150" marT="38100" marB="38100" anchor="ctr"/>
                </a:tc>
                <a:extLst>
                  <a:ext uri="{0D108BD9-81ED-4DB2-BD59-A6C34878D82A}">
                    <a16:rowId xmlns:a16="http://schemas.microsoft.com/office/drawing/2014/main" val="10004"/>
                  </a:ext>
                </a:extLst>
              </a:tr>
            </a:tbl>
          </a:graphicData>
        </a:graphic>
      </p:graphicFrame>
      <p:pic>
        <p:nvPicPr>
          <p:cNvPr id="9" name="图片 8"/>
          <p:cNvPicPr>
            <a:picLocks noChangeAspect="1"/>
          </p:cNvPicPr>
          <p:nvPr/>
        </p:nvPicPr>
        <p:blipFill>
          <a:blip r:embed="rId3"/>
          <a:stretch/>
        </p:blipFill>
        <p:spPr>
          <a:xfrm>
            <a:off x="7016287" y="2057908"/>
            <a:ext cx="4477515" cy="3048000"/>
          </a:xfrm>
          <a:prstGeom prst="rect">
            <a:avLst/>
          </a:prstGeom>
        </p:spPr>
      </p:pic>
      <p:sp>
        <p:nvSpPr>
          <p:cNvPr id="5" name="矩形 4">
            <a:extLst>
              <a:ext uri="{FF2B5EF4-FFF2-40B4-BE49-F238E27FC236}">
                <a16:creationId xmlns:a16="http://schemas.microsoft.com/office/drawing/2014/main" id="{ED33C22B-7DC6-4AE9-929C-5D9A50AD11CF}"/>
              </a:ext>
            </a:extLst>
          </p:cNvPr>
          <p:cNvSpPr>
            <a:spLocks noGrp="1"/>
          </p:cNvSpPr>
          <p:nvPr/>
        </p:nvSpPr>
        <p:spPr>
          <a:xfrm>
            <a:off x="725557" y="5391322"/>
            <a:ext cx="7429500" cy="400050"/>
          </a:xfrm>
          <a:prstGeom prst="rect">
            <a:avLst/>
          </a:prstGeom>
          <a:noFill/>
          <a:ln w="0">
            <a:noFill/>
            <a:prstDash val="solid"/>
          </a:ln>
        </p:spPr>
        <p:txBody>
          <a:bodyPr/>
          <a:lstStyle/>
          <a:p>
            <a:pPr>
              <a:defRPr sz="1763">
                <a:solidFill>
                  <a:srgbClr val="000000"/>
                </a:solidFill>
                <a:latin typeface="楷体"/>
                <a:ea typeface="楷体"/>
                <a:cs typeface="楷体"/>
              </a:defRPr>
            </a:pPr>
            <a:r>
              <a:rPr lang="zh-CN" altLang="en-US" dirty="0">
                <a:solidFill>
                  <a:srgbClr val="000000"/>
                </a:solidFill>
                <a:latin typeface="楷体"/>
                <a:ea typeface="楷体"/>
                <a:cs typeface="楷体"/>
              </a:rPr>
              <a:t>平均性能排序为</a:t>
            </a:r>
            <a:r>
              <a:rPr lang="en-US" altLang="zh-CN" dirty="0" err="1">
                <a:solidFill>
                  <a:srgbClr val="000000"/>
                </a:solidFill>
                <a:latin typeface="楷体"/>
                <a:ea typeface="楷体"/>
                <a:cs typeface="楷体"/>
              </a:rPr>
              <a:t>TabICL</a:t>
            </a:r>
            <a:r>
              <a:rPr lang="zh-CN" altLang="en-US" dirty="0">
                <a:solidFill>
                  <a:srgbClr val="000000"/>
                </a:solidFill>
                <a:latin typeface="楷体"/>
                <a:ea typeface="楷体"/>
                <a:cs typeface="楷体"/>
              </a:rPr>
              <a:t>、</a:t>
            </a:r>
            <a:r>
              <a:rPr lang="en-US" altLang="zh-CN" dirty="0" err="1">
                <a:solidFill>
                  <a:srgbClr val="000000"/>
                </a:solidFill>
                <a:latin typeface="楷体"/>
                <a:ea typeface="楷体"/>
                <a:cs typeface="楷体"/>
              </a:rPr>
              <a:t>TabPFN</a:t>
            </a:r>
            <a:r>
              <a:rPr lang="zh-CN" altLang="en-US" dirty="0">
                <a:solidFill>
                  <a:srgbClr val="000000"/>
                </a:solidFill>
                <a:latin typeface="楷体"/>
                <a:ea typeface="楷体"/>
                <a:cs typeface="楷体"/>
              </a:rPr>
              <a:t>、</a:t>
            </a:r>
            <a:r>
              <a:rPr lang="en-US" altLang="zh-CN" dirty="0" err="1">
                <a:solidFill>
                  <a:srgbClr val="000000"/>
                </a:solidFill>
                <a:latin typeface="楷体"/>
                <a:ea typeface="楷体"/>
                <a:cs typeface="楷体"/>
              </a:rPr>
              <a:t>XGBoost</a:t>
            </a:r>
            <a:r>
              <a:rPr lang="zh-CN" altLang="en-US" dirty="0">
                <a:solidFill>
                  <a:srgbClr val="000000"/>
                </a:solidFill>
                <a:latin typeface="楷体"/>
                <a:ea typeface="楷体"/>
                <a:cs typeface="楷体"/>
              </a:rPr>
              <a:t>、</a:t>
            </a:r>
            <a:r>
              <a:rPr lang="en-US" altLang="zh-CN" dirty="0" err="1">
                <a:solidFill>
                  <a:srgbClr val="000000"/>
                </a:solidFill>
                <a:latin typeface="楷体"/>
                <a:ea typeface="楷体"/>
                <a:cs typeface="楷体"/>
              </a:rPr>
              <a:t>LightGBM</a:t>
            </a:r>
            <a:endParaRPr lang="zh-CN" altLang="en-US" dirty="0">
              <a:solidFill>
                <a:srgbClr val="000000"/>
              </a:solidFill>
              <a:latin typeface="楷体"/>
              <a:ea typeface="楷体"/>
              <a:cs typeface="楷体"/>
            </a:endParaRPr>
          </a:p>
          <a:p>
            <a:pPr marL="0" indent="0">
              <a:buNone/>
              <a:defRPr sz="1763">
                <a:solidFill>
                  <a:srgbClr val="000000"/>
                </a:solidFill>
                <a:latin typeface="楷体"/>
                <a:ea typeface="楷体"/>
                <a:cs typeface="楷体"/>
              </a:defRPr>
            </a:pPr>
            <a:endParaRPr b="0" dirty="0">
              <a:solidFill>
                <a:srgbClr val="000000"/>
              </a:solidFill>
              <a:latin typeface="楷体"/>
              <a:ea typeface="楷体"/>
              <a:cs typeface="楷体"/>
            </a:endParaRPr>
          </a:p>
        </p:txBody>
      </p:sp>
    </p:spTree>
    <p:extLst>
      <p:ext uri="{BB962C8B-B14F-4D97-AF65-F5344CB8AC3E}">
        <p14:creationId xmlns:p14="http://schemas.microsoft.com/office/powerpoint/2010/main" val="927796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01AB48E0-3B35-447E-9B35-4BF3DEF002CC}"/>
              </a:ext>
            </a:extLst>
          </p:cNvPr>
          <p:cNvSpPr>
            <a:spLocks noGrp="1"/>
          </p:cNvSpPr>
          <p:nvPr/>
        </p:nvSpPr>
        <p:spPr>
          <a:xfrm>
            <a:off x="266700" y="171450"/>
            <a:ext cx="9334500" cy="685800"/>
          </a:xfrm>
          <a:prstGeom prst="rect">
            <a:avLst/>
          </a:prstGeom>
          <a:noFill/>
          <a:ln w="0">
            <a:noFill/>
            <a:prstDash val="solid"/>
          </a:ln>
        </p:spPr>
        <p:txBody>
          <a:bodyPr/>
          <a:lstStyle/>
          <a:p>
            <a:pPr>
              <a:defRPr sz="3600" b="1">
                <a:solidFill>
                  <a:srgbClr val="000000"/>
                </a:solidFill>
                <a:latin typeface="微软雅黑"/>
                <a:ea typeface="微软雅黑"/>
                <a:cs typeface="微软雅黑"/>
              </a:defRPr>
            </a:pPr>
            <a:r>
              <a:rPr lang="zh-CN" altLang="en-US" sz="3600" b="1" dirty="0">
                <a:solidFill>
                  <a:srgbClr val="000000"/>
                </a:solidFill>
                <a:latin typeface="微软雅黑"/>
                <a:ea typeface="微软雅黑"/>
                <a:cs typeface="微软雅黑"/>
              </a:rPr>
              <a:t>结果分析：数据集差异</a:t>
            </a:r>
          </a:p>
        </p:txBody>
      </p:sp>
      <p:sp>
        <p:nvSpPr>
          <p:cNvPr id="2" name="矩形 1">
            <a:extLst>
              <a:ext uri="{FF2B5EF4-FFF2-40B4-BE49-F238E27FC236}">
                <a16:creationId xmlns:a16="http://schemas.microsoft.com/office/drawing/2014/main" id="{2F9DCD4E-D413-43D8-8AA5-459CF011497B}"/>
              </a:ext>
            </a:extLst>
          </p:cNvPr>
          <p:cNvSpPr>
            <a:spLocks noGrp="1"/>
          </p:cNvSpPr>
          <p:nvPr/>
        </p:nvSpPr>
        <p:spPr>
          <a:xfrm>
            <a:off x="952500" y="1352136"/>
            <a:ext cx="9525000" cy="419100"/>
          </a:xfrm>
          <a:prstGeom prst="rect">
            <a:avLst/>
          </a:prstGeom>
          <a:noFill/>
          <a:ln w="0">
            <a:noFill/>
            <a:prstDash val="solid"/>
          </a:ln>
        </p:spPr>
        <p:txBody>
          <a:bodyPr/>
          <a:lstStyle/>
          <a:p>
            <a:pPr>
              <a:defRPr sz="1763">
                <a:solidFill>
                  <a:srgbClr val="000000"/>
                </a:solidFill>
                <a:latin typeface="楷体"/>
                <a:ea typeface="楷体"/>
                <a:cs typeface="楷体"/>
              </a:defRPr>
            </a:pPr>
            <a:r>
              <a:rPr lang="en-US" altLang="zh-CN" sz="2000" b="1" dirty="0">
                <a:solidFill>
                  <a:srgbClr val="000000"/>
                </a:solidFill>
                <a:latin typeface="楷体"/>
                <a:ea typeface="楷体"/>
                <a:cs typeface="楷体"/>
              </a:rPr>
              <a:t>TFMs</a:t>
            </a:r>
            <a:r>
              <a:rPr lang="zh-CN" altLang="en-US" sz="2000" b="1" dirty="0">
                <a:solidFill>
                  <a:srgbClr val="000000"/>
                </a:solidFill>
                <a:latin typeface="楷体"/>
                <a:ea typeface="楷体"/>
                <a:cs typeface="楷体"/>
              </a:rPr>
              <a:t>的性能优势并不均匀，数据集性质会明显影响差距</a:t>
            </a:r>
          </a:p>
        </p:txBody>
      </p:sp>
      <p:pic>
        <p:nvPicPr>
          <p:cNvPr id="7" name="图片 6"/>
          <p:cNvPicPr>
            <a:picLocks noChangeAspect="1"/>
          </p:cNvPicPr>
          <p:nvPr/>
        </p:nvPicPr>
        <p:blipFill>
          <a:blip r:embed="rId3"/>
          <a:stretch/>
        </p:blipFill>
        <p:spPr>
          <a:xfrm>
            <a:off x="952500" y="1838739"/>
            <a:ext cx="9120044" cy="3667125"/>
          </a:xfrm>
          <a:prstGeom prst="rect">
            <a:avLst/>
          </a:prstGeom>
        </p:spPr>
      </p:pic>
      <p:sp>
        <p:nvSpPr>
          <p:cNvPr id="5" name="文本框 4">
            <a:extLst>
              <a:ext uri="{FF2B5EF4-FFF2-40B4-BE49-F238E27FC236}">
                <a16:creationId xmlns:a16="http://schemas.microsoft.com/office/drawing/2014/main" id="{D73821C6-2405-033B-5B12-F886B843EC73}"/>
              </a:ext>
            </a:extLst>
          </p:cNvPr>
          <p:cNvSpPr txBox="1"/>
          <p:nvPr/>
        </p:nvSpPr>
        <p:spPr>
          <a:xfrm>
            <a:off x="952501" y="5644275"/>
            <a:ext cx="7642860" cy="923330"/>
          </a:xfrm>
          <a:prstGeom prst="rect">
            <a:avLst/>
          </a:prstGeom>
          <a:noFill/>
        </p:spPr>
        <p:txBody>
          <a:bodyPr wrap="square" rtlCol="0">
            <a:spAutoFit/>
          </a:bodyPr>
          <a:lstStyle/>
          <a:p>
            <a:r>
              <a:rPr lang="en-US" altLang="zh-CN" dirty="0">
                <a:solidFill>
                  <a:srgbClr val="000000"/>
                </a:solidFill>
                <a:latin typeface="楷体"/>
                <a:cs typeface="楷体"/>
              </a:rPr>
              <a:t>TFM</a:t>
            </a:r>
            <a:r>
              <a:rPr lang="zh-CN" altLang="en-US" dirty="0">
                <a:solidFill>
                  <a:srgbClr val="000000"/>
                </a:solidFill>
                <a:latin typeface="楷体"/>
                <a:cs typeface="楷体"/>
              </a:rPr>
              <a:t>提供了更好的平均预测性能，但其优势集中在中等复杂度的多类任务上在简单或严重不平衡的二元任务中，与梯度提升决策树几乎无法区分</a:t>
            </a:r>
          </a:p>
          <a:p>
            <a:endParaRPr lang="zh-CN" altLang="en-US" dirty="0"/>
          </a:p>
        </p:txBody>
      </p:sp>
    </p:spTree>
    <p:extLst>
      <p:ext uri="{BB962C8B-B14F-4D97-AF65-F5344CB8AC3E}">
        <p14:creationId xmlns:p14="http://schemas.microsoft.com/office/powerpoint/2010/main" val="1927026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8826EC61-087B-4258-B2F2-97822CAF72FA}"/>
              </a:ext>
            </a:extLst>
          </p:cNvPr>
          <p:cNvSpPr>
            <a:spLocks noGrp="1"/>
          </p:cNvSpPr>
          <p:nvPr/>
        </p:nvSpPr>
        <p:spPr>
          <a:xfrm>
            <a:off x="266700" y="171450"/>
            <a:ext cx="9334500" cy="685800"/>
          </a:xfrm>
          <a:prstGeom prst="rect">
            <a:avLst/>
          </a:prstGeom>
          <a:noFill/>
          <a:ln w="0">
            <a:noFill/>
            <a:prstDash val="solid"/>
          </a:ln>
        </p:spPr>
        <p:txBody>
          <a:bodyPr/>
          <a:lstStyle/>
          <a:p>
            <a:pPr>
              <a:defRPr sz="3600" b="1">
                <a:solidFill>
                  <a:srgbClr val="000000"/>
                </a:solidFill>
                <a:latin typeface="微软雅黑"/>
                <a:ea typeface="微软雅黑"/>
                <a:cs typeface="微软雅黑"/>
              </a:defRPr>
            </a:pPr>
            <a:r>
              <a:rPr lang="zh-CN" altLang="en-US" sz="3600" b="1" dirty="0">
                <a:solidFill>
                  <a:srgbClr val="000000"/>
                </a:solidFill>
                <a:latin typeface="微软雅黑"/>
                <a:ea typeface="微软雅黑"/>
                <a:cs typeface="微软雅黑"/>
              </a:rPr>
              <a:t>结果分析：样本数扩展的时间成本</a:t>
            </a:r>
          </a:p>
        </p:txBody>
      </p:sp>
      <p:sp>
        <p:nvSpPr>
          <p:cNvPr id="2" name="矩形 1">
            <a:extLst>
              <a:ext uri="{FF2B5EF4-FFF2-40B4-BE49-F238E27FC236}">
                <a16:creationId xmlns:a16="http://schemas.microsoft.com/office/drawing/2014/main" id="{64BC118C-939D-466B-B772-9F2CEA997580}"/>
              </a:ext>
            </a:extLst>
          </p:cNvPr>
          <p:cNvSpPr>
            <a:spLocks noGrp="1"/>
          </p:cNvSpPr>
          <p:nvPr/>
        </p:nvSpPr>
        <p:spPr>
          <a:xfrm>
            <a:off x="833230" y="1453452"/>
            <a:ext cx="9525000" cy="419100"/>
          </a:xfrm>
          <a:prstGeom prst="rect">
            <a:avLst/>
          </a:prstGeom>
          <a:noFill/>
          <a:ln w="0">
            <a:noFill/>
            <a:prstDash val="solid"/>
          </a:ln>
        </p:spPr>
        <p:txBody>
          <a:bodyPr/>
          <a:lstStyle/>
          <a:p>
            <a:pPr>
              <a:defRPr sz="1763">
                <a:solidFill>
                  <a:srgbClr val="000000"/>
                </a:solidFill>
                <a:latin typeface="楷体"/>
                <a:ea typeface="楷体"/>
                <a:cs typeface="楷体"/>
              </a:defRPr>
            </a:pPr>
            <a:r>
              <a:rPr lang="zh-CN" altLang="en-US" sz="2000" b="1" dirty="0">
                <a:solidFill>
                  <a:srgbClr val="000000"/>
                </a:solidFill>
                <a:latin typeface="楷体"/>
                <a:ea typeface="楷体"/>
                <a:cs typeface="楷体"/>
              </a:rPr>
              <a:t>样本数增加时，</a:t>
            </a:r>
            <a:r>
              <a:rPr lang="en-US" altLang="zh-CN" sz="2000" b="1" dirty="0">
                <a:solidFill>
                  <a:srgbClr val="000000"/>
                </a:solidFill>
                <a:latin typeface="楷体"/>
                <a:ea typeface="楷体"/>
                <a:cs typeface="楷体"/>
              </a:rPr>
              <a:t>TFMs</a:t>
            </a:r>
            <a:r>
              <a:rPr lang="zh-CN" altLang="en-US" sz="2000" b="1" dirty="0">
                <a:solidFill>
                  <a:srgbClr val="000000"/>
                </a:solidFill>
                <a:latin typeface="楷体"/>
                <a:ea typeface="楷体"/>
                <a:cs typeface="楷体"/>
              </a:rPr>
              <a:t>的推理时间增长明显快于</a:t>
            </a:r>
            <a:r>
              <a:rPr lang="en-US" altLang="zh-CN" sz="2000" b="1" dirty="0">
                <a:solidFill>
                  <a:srgbClr val="000000"/>
                </a:solidFill>
                <a:latin typeface="楷体"/>
                <a:ea typeface="楷体"/>
                <a:cs typeface="楷体"/>
              </a:rPr>
              <a:t>GBDTs</a:t>
            </a:r>
            <a:endParaRPr lang="zh-CN" altLang="en-US" sz="2000" b="1" dirty="0">
              <a:solidFill>
                <a:srgbClr val="000000"/>
              </a:solidFill>
              <a:latin typeface="楷体"/>
              <a:ea typeface="楷体"/>
              <a:cs typeface="楷体"/>
            </a:endParaRPr>
          </a:p>
        </p:txBody>
      </p:sp>
      <p:graphicFrame>
        <p:nvGraphicFramePr>
          <p:cNvPr id="9" name="表格 8"/>
          <p:cNvGraphicFramePr/>
          <p:nvPr>
            <p:extLst>
              <p:ext uri="{D42A27DB-BD31-4B8C-83A1-F6EECF244321}">
                <p14:modId xmlns:p14="http://schemas.microsoft.com/office/powerpoint/2010/main" val="3089792000"/>
              </p:ext>
            </p:extLst>
          </p:nvPr>
        </p:nvGraphicFramePr>
        <p:xfrm>
          <a:off x="8179076" y="2309812"/>
          <a:ext cx="3524250" cy="2238375"/>
        </p:xfrm>
        <a:graphic>
          <a:graphicData uri="http://schemas.openxmlformats.org/drawingml/2006/table">
            <a:tbl>
              <a:tblPr firstRow="1"/>
              <a:tblGrid>
                <a:gridCol w="123825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447675">
                <a:tc>
                  <a:txBody>
                    <a:bodyPr/>
                    <a:lstStyle/>
                    <a:p>
                      <a:pPr algn="ctr"/>
                      <a:r>
                        <a:rPr sz="1350" b="1">
                          <a:solidFill>
                            <a:srgbClr val="000000"/>
                          </a:solidFill>
                          <a:latin typeface="楷体"/>
                          <a:ea typeface="楷体"/>
                          <a:cs typeface="楷体"/>
                        </a:rPr>
                        <a:t>模型</a:t>
                      </a:r>
                    </a:p>
                  </a:txBody>
                  <a:tcPr marL="57150" marR="57150" marT="38100" marB="38100" anchor="ctr">
                    <a:solidFill>
                      <a:srgbClr val="EEF6F1"/>
                    </a:solidFill>
                  </a:tcPr>
                </a:tc>
                <a:tc>
                  <a:txBody>
                    <a:bodyPr/>
                    <a:lstStyle/>
                    <a:p>
                      <a:pPr algn="ctr"/>
                      <a:r>
                        <a:rPr sz="1350" b="1">
                          <a:solidFill>
                            <a:srgbClr val="000000"/>
                          </a:solidFill>
                          <a:latin typeface="楷体"/>
                          <a:ea typeface="楷体"/>
                          <a:cs typeface="楷体"/>
                        </a:rPr>
                        <a:t>α Gaming</a:t>
                      </a:r>
                    </a:p>
                  </a:txBody>
                  <a:tcPr marL="57150" marR="57150" marT="38100" marB="38100" anchor="ctr">
                    <a:solidFill>
                      <a:srgbClr val="EEF6F1"/>
                    </a:solidFill>
                  </a:tcPr>
                </a:tc>
                <a:tc>
                  <a:txBody>
                    <a:bodyPr/>
                    <a:lstStyle/>
                    <a:p>
                      <a:pPr algn="ctr"/>
                      <a:r>
                        <a:rPr sz="1350" b="1">
                          <a:solidFill>
                            <a:srgbClr val="000000"/>
                          </a:solidFill>
                          <a:latin typeface="楷体"/>
                          <a:ea typeface="楷体"/>
                          <a:cs typeface="楷体"/>
                        </a:rPr>
                        <a:t>α Light</a:t>
                      </a:r>
                    </a:p>
                  </a:txBody>
                  <a:tcPr marL="57150" marR="57150" marT="38100" marB="38100" anchor="ctr">
                    <a:solidFill>
                      <a:srgbClr val="EEF6F1"/>
                    </a:solidFill>
                  </a:tcPr>
                </a:tc>
                <a:extLst>
                  <a:ext uri="{0D108BD9-81ED-4DB2-BD59-A6C34878D82A}">
                    <a16:rowId xmlns:a16="http://schemas.microsoft.com/office/drawing/2014/main" val="10000"/>
                  </a:ext>
                </a:extLst>
              </a:tr>
              <a:tr h="447675">
                <a:tc>
                  <a:txBody>
                    <a:bodyPr/>
                    <a:lstStyle/>
                    <a:p>
                      <a:pPr algn="ctr"/>
                      <a:r>
                        <a:rPr sz="1350">
                          <a:solidFill>
                            <a:srgbClr val="000000"/>
                          </a:solidFill>
                          <a:latin typeface="楷体"/>
                          <a:ea typeface="楷体"/>
                          <a:cs typeface="楷体"/>
                        </a:rPr>
                        <a:t>LightGBM</a:t>
                      </a:r>
                    </a:p>
                  </a:txBody>
                  <a:tcPr marL="57150" marR="57150" marT="38100" marB="38100" anchor="ctr"/>
                </a:tc>
                <a:tc>
                  <a:txBody>
                    <a:bodyPr/>
                    <a:lstStyle/>
                    <a:p>
                      <a:pPr algn="ctr"/>
                      <a:r>
                        <a:rPr sz="1350">
                          <a:solidFill>
                            <a:srgbClr val="000000"/>
                          </a:solidFill>
                          <a:latin typeface="楷体"/>
                          <a:ea typeface="楷体"/>
                          <a:cs typeface="楷体"/>
                        </a:rPr>
                        <a:t>0.45</a:t>
                      </a:r>
                    </a:p>
                  </a:txBody>
                  <a:tcPr marL="57150" marR="57150" marT="38100" marB="38100" anchor="ctr"/>
                </a:tc>
                <a:tc>
                  <a:txBody>
                    <a:bodyPr/>
                    <a:lstStyle/>
                    <a:p>
                      <a:pPr algn="ctr"/>
                      <a:r>
                        <a:rPr sz="1350">
                          <a:solidFill>
                            <a:srgbClr val="000000"/>
                          </a:solidFill>
                          <a:latin typeface="楷体"/>
                          <a:ea typeface="楷体"/>
                          <a:cs typeface="楷体"/>
                        </a:rPr>
                        <a:t>0.70</a:t>
                      </a:r>
                    </a:p>
                  </a:txBody>
                  <a:tcPr marL="57150" marR="57150" marT="38100" marB="38100" anchor="ctr"/>
                </a:tc>
                <a:extLst>
                  <a:ext uri="{0D108BD9-81ED-4DB2-BD59-A6C34878D82A}">
                    <a16:rowId xmlns:a16="http://schemas.microsoft.com/office/drawing/2014/main" val="10001"/>
                  </a:ext>
                </a:extLst>
              </a:tr>
              <a:tr h="447675">
                <a:tc>
                  <a:txBody>
                    <a:bodyPr/>
                    <a:lstStyle/>
                    <a:p>
                      <a:pPr algn="ctr"/>
                      <a:r>
                        <a:rPr sz="1350" dirty="0" err="1">
                          <a:solidFill>
                            <a:srgbClr val="000000"/>
                          </a:solidFill>
                          <a:latin typeface="楷体"/>
                          <a:ea typeface="楷体"/>
                          <a:cs typeface="楷体"/>
                        </a:rPr>
                        <a:t>XGBoost</a:t>
                      </a:r>
                      <a:endParaRPr sz="1350" dirty="0">
                        <a:solidFill>
                          <a:srgbClr val="000000"/>
                        </a:solidFill>
                        <a:latin typeface="楷体"/>
                        <a:ea typeface="楷体"/>
                        <a:cs typeface="楷体"/>
                      </a:endParaRPr>
                    </a:p>
                  </a:txBody>
                  <a:tcPr marL="57150" marR="57150" marT="38100" marB="38100" anchor="ctr"/>
                </a:tc>
                <a:tc>
                  <a:txBody>
                    <a:bodyPr/>
                    <a:lstStyle/>
                    <a:p>
                      <a:pPr algn="ctr"/>
                      <a:r>
                        <a:rPr sz="1350" dirty="0">
                          <a:solidFill>
                            <a:srgbClr val="000000"/>
                          </a:solidFill>
                          <a:latin typeface="楷体"/>
                          <a:ea typeface="楷体"/>
                          <a:cs typeface="楷体"/>
                        </a:rPr>
                        <a:t>0.37</a:t>
                      </a:r>
                    </a:p>
                  </a:txBody>
                  <a:tcPr marL="57150" marR="57150" marT="38100" marB="38100" anchor="ctr"/>
                </a:tc>
                <a:tc>
                  <a:txBody>
                    <a:bodyPr/>
                    <a:lstStyle/>
                    <a:p>
                      <a:pPr algn="ctr"/>
                      <a:r>
                        <a:rPr sz="1350">
                          <a:solidFill>
                            <a:srgbClr val="000000"/>
                          </a:solidFill>
                          <a:latin typeface="楷体"/>
                          <a:ea typeface="楷体"/>
                          <a:cs typeface="楷体"/>
                        </a:rPr>
                        <a:t>0.30</a:t>
                      </a:r>
                    </a:p>
                  </a:txBody>
                  <a:tcPr marL="57150" marR="57150" marT="38100" marB="38100" anchor="ctr"/>
                </a:tc>
                <a:extLst>
                  <a:ext uri="{0D108BD9-81ED-4DB2-BD59-A6C34878D82A}">
                    <a16:rowId xmlns:a16="http://schemas.microsoft.com/office/drawing/2014/main" val="10002"/>
                  </a:ext>
                </a:extLst>
              </a:tr>
              <a:tr h="447675">
                <a:tc>
                  <a:txBody>
                    <a:bodyPr/>
                    <a:lstStyle/>
                    <a:p>
                      <a:pPr algn="ctr"/>
                      <a:r>
                        <a:rPr sz="1350">
                          <a:solidFill>
                            <a:srgbClr val="000000"/>
                          </a:solidFill>
                          <a:latin typeface="楷体"/>
                          <a:ea typeface="楷体"/>
                          <a:cs typeface="楷体"/>
                        </a:rPr>
                        <a:t>TabICL</a:t>
                      </a:r>
                    </a:p>
                  </a:txBody>
                  <a:tcPr marL="57150" marR="57150" marT="38100" marB="38100" anchor="ctr"/>
                </a:tc>
                <a:tc>
                  <a:txBody>
                    <a:bodyPr/>
                    <a:lstStyle/>
                    <a:p>
                      <a:pPr algn="ctr"/>
                      <a:r>
                        <a:rPr sz="1350">
                          <a:solidFill>
                            <a:srgbClr val="000000"/>
                          </a:solidFill>
                          <a:latin typeface="楷体"/>
                          <a:ea typeface="楷体"/>
                          <a:cs typeface="楷体"/>
                        </a:rPr>
                        <a:t>1.41</a:t>
                      </a:r>
                    </a:p>
                  </a:txBody>
                  <a:tcPr marL="57150" marR="57150" marT="38100" marB="38100" anchor="ctr"/>
                </a:tc>
                <a:tc>
                  <a:txBody>
                    <a:bodyPr/>
                    <a:lstStyle/>
                    <a:p>
                      <a:pPr algn="ctr"/>
                      <a:r>
                        <a:rPr sz="1350">
                          <a:solidFill>
                            <a:srgbClr val="000000"/>
                          </a:solidFill>
                          <a:latin typeface="楷体"/>
                          <a:ea typeface="楷体"/>
                          <a:cs typeface="楷体"/>
                        </a:rPr>
                        <a:t>1.50</a:t>
                      </a:r>
                    </a:p>
                  </a:txBody>
                  <a:tcPr marL="57150" marR="57150" marT="38100" marB="38100" anchor="ctr"/>
                </a:tc>
                <a:extLst>
                  <a:ext uri="{0D108BD9-81ED-4DB2-BD59-A6C34878D82A}">
                    <a16:rowId xmlns:a16="http://schemas.microsoft.com/office/drawing/2014/main" val="10003"/>
                  </a:ext>
                </a:extLst>
              </a:tr>
              <a:tr h="447675">
                <a:tc>
                  <a:txBody>
                    <a:bodyPr/>
                    <a:lstStyle/>
                    <a:p>
                      <a:pPr algn="ctr"/>
                      <a:r>
                        <a:rPr sz="1350">
                          <a:solidFill>
                            <a:srgbClr val="000000"/>
                          </a:solidFill>
                          <a:latin typeface="楷体"/>
                          <a:ea typeface="楷体"/>
                          <a:cs typeface="楷体"/>
                        </a:rPr>
                        <a:t>TabPFN</a:t>
                      </a:r>
                    </a:p>
                  </a:txBody>
                  <a:tcPr marL="57150" marR="57150" marT="38100" marB="38100" anchor="ctr"/>
                </a:tc>
                <a:tc>
                  <a:txBody>
                    <a:bodyPr/>
                    <a:lstStyle/>
                    <a:p>
                      <a:pPr algn="ctr"/>
                      <a:r>
                        <a:rPr sz="1350">
                          <a:solidFill>
                            <a:srgbClr val="000000"/>
                          </a:solidFill>
                          <a:latin typeface="楷体"/>
                          <a:ea typeface="楷体"/>
                          <a:cs typeface="楷体"/>
                        </a:rPr>
                        <a:t>1.64</a:t>
                      </a:r>
                    </a:p>
                  </a:txBody>
                  <a:tcPr marL="57150" marR="57150" marT="38100" marB="38100" anchor="ctr"/>
                </a:tc>
                <a:tc>
                  <a:txBody>
                    <a:bodyPr/>
                    <a:lstStyle/>
                    <a:p>
                      <a:pPr algn="ctr"/>
                      <a:r>
                        <a:rPr sz="1350" dirty="0">
                          <a:solidFill>
                            <a:srgbClr val="000000"/>
                          </a:solidFill>
                          <a:latin typeface="楷体"/>
                          <a:ea typeface="楷体"/>
                          <a:cs typeface="楷体"/>
                        </a:rPr>
                        <a:t>1.65</a:t>
                      </a:r>
                    </a:p>
                  </a:txBody>
                  <a:tcPr marL="57150" marR="57150" marT="38100" marB="38100" anchor="ctr"/>
                </a:tc>
                <a:extLst>
                  <a:ext uri="{0D108BD9-81ED-4DB2-BD59-A6C34878D82A}">
                    <a16:rowId xmlns:a16="http://schemas.microsoft.com/office/drawing/2014/main" val="10004"/>
                  </a:ext>
                </a:extLst>
              </a:tr>
            </a:tbl>
          </a:graphicData>
        </a:graphic>
      </p:graphicFrame>
      <p:pic>
        <p:nvPicPr>
          <p:cNvPr id="6" name="图片 5">
            <a:extLst>
              <a:ext uri="{FF2B5EF4-FFF2-40B4-BE49-F238E27FC236}">
                <a16:creationId xmlns:a16="http://schemas.microsoft.com/office/drawing/2014/main" id="{CD3A7921-CAFE-D9E8-1908-EB917765D9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674" y="2151719"/>
            <a:ext cx="7640948" cy="2833729"/>
          </a:xfrm>
          <a:prstGeom prst="rect">
            <a:avLst/>
          </a:prstGeom>
        </p:spPr>
      </p:pic>
      <p:sp>
        <p:nvSpPr>
          <p:cNvPr id="7" name="文本框 6">
            <a:extLst>
              <a:ext uri="{FF2B5EF4-FFF2-40B4-BE49-F238E27FC236}">
                <a16:creationId xmlns:a16="http://schemas.microsoft.com/office/drawing/2014/main" id="{C357ED86-35FC-04CF-67F6-D1535F3F20EA}"/>
              </a:ext>
            </a:extLst>
          </p:cNvPr>
          <p:cNvSpPr txBox="1"/>
          <p:nvPr/>
        </p:nvSpPr>
        <p:spPr>
          <a:xfrm>
            <a:off x="833230" y="5264615"/>
            <a:ext cx="5878532" cy="954107"/>
          </a:xfrm>
          <a:prstGeom prst="rect">
            <a:avLst/>
          </a:prstGeom>
          <a:noFill/>
        </p:spPr>
        <p:txBody>
          <a:bodyPr wrap="none" rtlCol="0">
            <a:spAutoFit/>
          </a:bodyPr>
          <a:lstStyle/>
          <a:p>
            <a:r>
              <a:rPr lang="en-US" altLang="zh-CN" dirty="0">
                <a:solidFill>
                  <a:srgbClr val="000000"/>
                </a:solidFill>
                <a:latin typeface="楷体"/>
                <a:cs typeface="楷体"/>
              </a:rPr>
              <a:t>· </a:t>
            </a:r>
            <a:r>
              <a:rPr lang="en-US" altLang="zh-CN" dirty="0" err="1">
                <a:solidFill>
                  <a:srgbClr val="000000"/>
                </a:solidFill>
                <a:latin typeface="楷体"/>
                <a:cs typeface="楷体"/>
              </a:rPr>
              <a:t>LightGBM</a:t>
            </a:r>
            <a:r>
              <a:rPr lang="zh-CN" altLang="en-US" dirty="0">
                <a:solidFill>
                  <a:srgbClr val="000000"/>
                </a:solidFill>
                <a:latin typeface="楷体"/>
                <a:cs typeface="楷体"/>
              </a:rPr>
              <a:t>和</a:t>
            </a:r>
            <a:r>
              <a:rPr lang="en-US" altLang="zh-CN" dirty="0" err="1">
                <a:solidFill>
                  <a:srgbClr val="000000"/>
                </a:solidFill>
                <a:latin typeface="楷体"/>
                <a:cs typeface="楷体"/>
              </a:rPr>
              <a:t>XGBoost</a:t>
            </a:r>
            <a:r>
              <a:rPr lang="zh-CN" altLang="en-US" dirty="0">
                <a:solidFill>
                  <a:srgbClr val="000000"/>
                </a:solidFill>
                <a:latin typeface="楷体"/>
                <a:cs typeface="楷体"/>
              </a:rPr>
              <a:t>的</a:t>
            </a:r>
            <a:r>
              <a:rPr lang="en-US" altLang="zh-CN" dirty="0">
                <a:solidFill>
                  <a:srgbClr val="000000"/>
                </a:solidFill>
                <a:latin typeface="楷体"/>
                <a:cs typeface="楷体"/>
              </a:rPr>
              <a:t>α</a:t>
            </a:r>
            <a:r>
              <a:rPr lang="zh-CN" altLang="en-US" dirty="0">
                <a:solidFill>
                  <a:srgbClr val="000000"/>
                </a:solidFill>
                <a:latin typeface="楷体"/>
                <a:cs typeface="楷体"/>
              </a:rPr>
              <a:t>均小于</a:t>
            </a:r>
            <a:r>
              <a:rPr lang="en-US" altLang="zh-CN" dirty="0">
                <a:solidFill>
                  <a:srgbClr val="000000"/>
                </a:solidFill>
                <a:latin typeface="楷体"/>
                <a:cs typeface="楷体"/>
              </a:rPr>
              <a:t>1</a:t>
            </a:r>
            <a:r>
              <a:rPr lang="zh-CN" altLang="en-US" dirty="0">
                <a:solidFill>
                  <a:srgbClr val="000000"/>
                </a:solidFill>
                <a:latin typeface="楷体"/>
                <a:cs typeface="楷体"/>
              </a:rPr>
              <a:t>，表现为亚线性增长</a:t>
            </a:r>
            <a:endParaRPr lang="en-US" altLang="zh-CN" dirty="0">
              <a:solidFill>
                <a:srgbClr val="000000"/>
              </a:solidFill>
              <a:latin typeface="楷体"/>
              <a:cs typeface="楷体"/>
            </a:endParaRPr>
          </a:p>
          <a:p>
            <a:endParaRPr lang="en-US" altLang="zh-CN" dirty="0">
              <a:solidFill>
                <a:srgbClr val="000000"/>
              </a:solidFill>
              <a:latin typeface="楷体"/>
              <a:cs typeface="楷体"/>
            </a:endParaRPr>
          </a:p>
          <a:p>
            <a:r>
              <a:rPr lang="en-US" altLang="zh-CN" dirty="0">
                <a:solidFill>
                  <a:srgbClr val="000000"/>
                </a:solidFill>
                <a:latin typeface="楷体"/>
                <a:cs typeface="楷体"/>
              </a:rPr>
              <a:t>· </a:t>
            </a:r>
            <a:r>
              <a:rPr lang="en-US" altLang="zh-CN" dirty="0" err="1">
                <a:solidFill>
                  <a:srgbClr val="000000"/>
                </a:solidFill>
                <a:latin typeface="楷体"/>
                <a:cs typeface="楷体"/>
              </a:rPr>
              <a:t>TabPFN</a:t>
            </a:r>
            <a:r>
              <a:rPr lang="zh-CN" altLang="en-US" dirty="0">
                <a:solidFill>
                  <a:srgbClr val="000000"/>
                </a:solidFill>
                <a:latin typeface="楷体"/>
                <a:cs typeface="楷体"/>
              </a:rPr>
              <a:t>和</a:t>
            </a:r>
            <a:r>
              <a:rPr lang="en-US" altLang="zh-CN" dirty="0" err="1">
                <a:solidFill>
                  <a:srgbClr val="000000"/>
                </a:solidFill>
                <a:latin typeface="楷体"/>
                <a:cs typeface="楷体"/>
              </a:rPr>
              <a:t>TabICL</a:t>
            </a:r>
            <a:r>
              <a:rPr lang="zh-CN" altLang="en-US" dirty="0">
                <a:solidFill>
                  <a:srgbClr val="000000"/>
                </a:solidFill>
                <a:latin typeface="楷体"/>
                <a:cs typeface="楷体"/>
              </a:rPr>
              <a:t>的</a:t>
            </a:r>
            <a:r>
              <a:rPr lang="en-US" altLang="zh-CN" dirty="0">
                <a:solidFill>
                  <a:srgbClr val="000000"/>
                </a:solidFill>
                <a:latin typeface="楷体"/>
                <a:cs typeface="楷体"/>
              </a:rPr>
              <a:t>α</a:t>
            </a:r>
            <a:r>
              <a:rPr lang="zh-CN" altLang="en-US" dirty="0">
                <a:solidFill>
                  <a:srgbClr val="000000"/>
                </a:solidFill>
                <a:latin typeface="楷体"/>
                <a:cs typeface="楷体"/>
              </a:rPr>
              <a:t>均大于</a:t>
            </a:r>
            <a:r>
              <a:rPr lang="en-US" altLang="zh-CN" dirty="0">
                <a:solidFill>
                  <a:srgbClr val="000000"/>
                </a:solidFill>
                <a:latin typeface="楷体"/>
                <a:cs typeface="楷体"/>
              </a:rPr>
              <a:t>1</a:t>
            </a:r>
            <a:r>
              <a:rPr lang="zh-CN" altLang="en-US" dirty="0">
                <a:solidFill>
                  <a:srgbClr val="000000"/>
                </a:solidFill>
                <a:latin typeface="楷体"/>
                <a:cs typeface="楷体"/>
              </a:rPr>
              <a:t>，表现为超线性增长</a:t>
            </a:r>
          </a:p>
        </p:txBody>
      </p:sp>
    </p:spTree>
    <p:extLst>
      <p:ext uri="{BB962C8B-B14F-4D97-AF65-F5344CB8AC3E}">
        <p14:creationId xmlns:p14="http://schemas.microsoft.com/office/powerpoint/2010/main" val="7998553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876F558-75BD-4C85-A1F2-54E971F558B2}"/>
              </a:ext>
            </a:extLst>
          </p:cNvPr>
          <p:cNvSpPr>
            <a:spLocks noGrp="1"/>
          </p:cNvSpPr>
          <p:nvPr/>
        </p:nvSpPr>
        <p:spPr>
          <a:xfrm>
            <a:off x="266700" y="171450"/>
            <a:ext cx="9334500" cy="685800"/>
          </a:xfrm>
          <a:prstGeom prst="rect">
            <a:avLst/>
          </a:prstGeom>
          <a:noFill/>
          <a:ln w="0">
            <a:noFill/>
            <a:prstDash val="solid"/>
          </a:ln>
        </p:spPr>
        <p:txBody>
          <a:bodyPr/>
          <a:lstStyle/>
          <a:p>
            <a:pPr>
              <a:defRPr sz="3600" b="1">
                <a:solidFill>
                  <a:srgbClr val="000000"/>
                </a:solidFill>
                <a:latin typeface="微软雅黑"/>
                <a:ea typeface="微软雅黑"/>
                <a:cs typeface="微软雅黑"/>
              </a:defRPr>
            </a:pPr>
            <a:r>
              <a:rPr lang="zh-CN" altLang="en-US" sz="3600" b="1" dirty="0">
                <a:solidFill>
                  <a:srgbClr val="000000"/>
                </a:solidFill>
                <a:latin typeface="微软雅黑"/>
                <a:ea typeface="微软雅黑"/>
                <a:cs typeface="微软雅黑"/>
              </a:rPr>
              <a:t>结果分析：样本数扩展的内存成本</a:t>
            </a:r>
          </a:p>
        </p:txBody>
      </p:sp>
      <p:sp>
        <p:nvSpPr>
          <p:cNvPr id="2" name="矩形 1">
            <a:extLst>
              <a:ext uri="{FF2B5EF4-FFF2-40B4-BE49-F238E27FC236}">
                <a16:creationId xmlns:a16="http://schemas.microsoft.com/office/drawing/2014/main" id="{E16F0C38-05CB-4602-950E-86E64686645C}"/>
              </a:ext>
            </a:extLst>
          </p:cNvPr>
          <p:cNvSpPr>
            <a:spLocks noGrp="1"/>
          </p:cNvSpPr>
          <p:nvPr/>
        </p:nvSpPr>
        <p:spPr>
          <a:xfrm>
            <a:off x="952500" y="1477781"/>
            <a:ext cx="9334500" cy="419100"/>
          </a:xfrm>
          <a:prstGeom prst="rect">
            <a:avLst/>
          </a:prstGeom>
          <a:noFill/>
          <a:ln w="0">
            <a:noFill/>
            <a:prstDash val="solid"/>
          </a:ln>
        </p:spPr>
        <p:txBody>
          <a:bodyPr/>
          <a:lstStyle/>
          <a:p>
            <a:pPr>
              <a:defRPr sz="1763">
                <a:solidFill>
                  <a:srgbClr val="000000"/>
                </a:solidFill>
                <a:latin typeface="楷体"/>
                <a:ea typeface="楷体"/>
                <a:cs typeface="楷体"/>
              </a:defRPr>
            </a:pPr>
            <a:r>
              <a:rPr lang="zh-CN" altLang="en-US" sz="2000" b="1" dirty="0">
                <a:solidFill>
                  <a:srgbClr val="000000"/>
                </a:solidFill>
                <a:latin typeface="楷体"/>
                <a:ea typeface="楷体"/>
                <a:cs typeface="楷体"/>
              </a:rPr>
              <a:t>峰值内存同样体现出</a:t>
            </a:r>
            <a:r>
              <a:rPr lang="en-US" altLang="zh-CN" sz="2000" b="1" dirty="0">
                <a:solidFill>
                  <a:srgbClr val="000000"/>
                </a:solidFill>
                <a:latin typeface="楷体"/>
                <a:ea typeface="楷体"/>
                <a:cs typeface="楷体"/>
              </a:rPr>
              <a:t>TFMs</a:t>
            </a:r>
            <a:r>
              <a:rPr lang="zh-CN" altLang="en-US" sz="2000" b="1" dirty="0">
                <a:solidFill>
                  <a:srgbClr val="000000"/>
                </a:solidFill>
                <a:latin typeface="楷体"/>
                <a:ea typeface="楷体"/>
                <a:cs typeface="楷体"/>
              </a:rPr>
              <a:t>与</a:t>
            </a:r>
            <a:r>
              <a:rPr lang="en-US" altLang="zh-CN" sz="2000" b="1" dirty="0">
                <a:solidFill>
                  <a:srgbClr val="000000"/>
                </a:solidFill>
                <a:latin typeface="楷体"/>
                <a:ea typeface="楷体"/>
                <a:cs typeface="楷体"/>
              </a:rPr>
              <a:t>GBDTs</a:t>
            </a:r>
            <a:r>
              <a:rPr lang="zh-CN" altLang="en-US" sz="2000" b="1" dirty="0">
                <a:solidFill>
                  <a:srgbClr val="000000"/>
                </a:solidFill>
                <a:latin typeface="楷体"/>
                <a:ea typeface="楷体"/>
                <a:cs typeface="楷体"/>
              </a:rPr>
              <a:t>的成本差异</a:t>
            </a:r>
          </a:p>
        </p:txBody>
      </p:sp>
      <p:pic>
        <p:nvPicPr>
          <p:cNvPr id="7" name="图片 6"/>
          <p:cNvPicPr>
            <a:picLocks noChangeAspect="1"/>
          </p:cNvPicPr>
          <p:nvPr/>
        </p:nvPicPr>
        <p:blipFill>
          <a:blip r:embed="rId3"/>
          <a:stretch/>
        </p:blipFill>
        <p:spPr>
          <a:xfrm>
            <a:off x="952500" y="1896881"/>
            <a:ext cx="8188960" cy="3064237"/>
          </a:xfrm>
          <a:prstGeom prst="rect">
            <a:avLst/>
          </a:prstGeom>
        </p:spPr>
      </p:pic>
      <p:sp>
        <p:nvSpPr>
          <p:cNvPr id="6" name="文本框 5">
            <a:extLst>
              <a:ext uri="{FF2B5EF4-FFF2-40B4-BE49-F238E27FC236}">
                <a16:creationId xmlns:a16="http://schemas.microsoft.com/office/drawing/2014/main" id="{59F9B500-1913-EC08-C5AD-8680FF7B3A6F}"/>
              </a:ext>
            </a:extLst>
          </p:cNvPr>
          <p:cNvSpPr txBox="1"/>
          <p:nvPr/>
        </p:nvSpPr>
        <p:spPr>
          <a:xfrm>
            <a:off x="952500" y="4961118"/>
            <a:ext cx="4642618" cy="1485278"/>
          </a:xfrm>
          <a:prstGeom prst="rect">
            <a:avLst/>
          </a:prstGeom>
          <a:noFill/>
        </p:spPr>
        <p:txBody>
          <a:bodyPr wrap="none" rtlCol="0">
            <a:spAutoFit/>
          </a:bodyPr>
          <a:lstStyle/>
          <a:p>
            <a:pPr marL="24" indent="-14">
              <a:defRPr sz="1763">
                <a:solidFill>
                  <a:srgbClr val="000000"/>
                </a:solidFill>
                <a:latin typeface="楷体"/>
                <a:ea typeface="楷体"/>
                <a:cs typeface="楷体"/>
              </a:defRPr>
            </a:pPr>
            <a:r>
              <a:rPr lang="en-US" altLang="zh-CN" dirty="0">
                <a:solidFill>
                  <a:srgbClr val="000000"/>
                </a:solidFill>
                <a:latin typeface="楷体"/>
                <a:ea typeface="楷体"/>
                <a:cs typeface="楷体"/>
              </a:rPr>
              <a:t>· GBDTs</a:t>
            </a:r>
            <a:r>
              <a:rPr lang="zh-CN" altLang="en-US" dirty="0">
                <a:solidFill>
                  <a:srgbClr val="000000"/>
                </a:solidFill>
                <a:latin typeface="楷体"/>
                <a:ea typeface="楷体"/>
                <a:cs typeface="楷体"/>
              </a:rPr>
              <a:t>峰值内存基本稳定</a:t>
            </a:r>
            <a:endParaRPr lang="en-US" altLang="zh-CN" dirty="0">
              <a:solidFill>
                <a:srgbClr val="000000"/>
              </a:solidFill>
              <a:latin typeface="楷体"/>
              <a:ea typeface="楷体"/>
              <a:cs typeface="楷体"/>
            </a:endParaRPr>
          </a:p>
          <a:p>
            <a:pPr marL="24" indent="-14">
              <a:defRPr sz="1763">
                <a:solidFill>
                  <a:srgbClr val="000000"/>
                </a:solidFill>
                <a:latin typeface="楷体"/>
                <a:ea typeface="楷体"/>
                <a:cs typeface="楷体"/>
              </a:defRPr>
            </a:pPr>
            <a:endParaRPr lang="zh-CN" altLang="en-US" dirty="0">
              <a:solidFill>
                <a:srgbClr val="000000"/>
              </a:solidFill>
              <a:latin typeface="楷体"/>
              <a:ea typeface="楷体"/>
              <a:cs typeface="楷体"/>
            </a:endParaRPr>
          </a:p>
          <a:p>
            <a:pPr marL="24" indent="-14">
              <a:defRPr sz="1763">
                <a:solidFill>
                  <a:srgbClr val="000000"/>
                </a:solidFill>
                <a:latin typeface="楷体"/>
                <a:ea typeface="楷体"/>
                <a:cs typeface="楷体"/>
              </a:defRPr>
            </a:pPr>
            <a:r>
              <a:rPr lang="en-US" altLang="zh-CN" dirty="0">
                <a:solidFill>
                  <a:srgbClr val="000000"/>
                </a:solidFill>
                <a:latin typeface="楷体"/>
                <a:ea typeface="楷体"/>
                <a:cs typeface="楷体"/>
              </a:rPr>
              <a:t>· </a:t>
            </a:r>
            <a:r>
              <a:rPr lang="en-US" altLang="zh-CN" dirty="0" err="1">
                <a:solidFill>
                  <a:srgbClr val="000000"/>
                </a:solidFill>
                <a:latin typeface="楷体"/>
                <a:ea typeface="楷体"/>
                <a:cs typeface="楷体"/>
              </a:rPr>
              <a:t>TabPFN</a:t>
            </a:r>
            <a:r>
              <a:rPr lang="zh-CN" altLang="en-US" dirty="0">
                <a:solidFill>
                  <a:srgbClr val="000000"/>
                </a:solidFill>
                <a:latin typeface="楷体"/>
                <a:ea typeface="楷体"/>
                <a:cs typeface="楷体"/>
              </a:rPr>
              <a:t>进入</a:t>
            </a:r>
            <a:r>
              <a:rPr lang="en-US" altLang="zh-CN" dirty="0">
                <a:solidFill>
                  <a:srgbClr val="000000"/>
                </a:solidFill>
                <a:latin typeface="楷体"/>
                <a:ea typeface="楷体"/>
                <a:cs typeface="楷体"/>
              </a:rPr>
              <a:t>GB</a:t>
            </a:r>
            <a:r>
              <a:rPr lang="zh-CN" altLang="en-US" dirty="0">
                <a:solidFill>
                  <a:srgbClr val="000000"/>
                </a:solidFill>
                <a:latin typeface="楷体"/>
                <a:ea typeface="楷体"/>
                <a:cs typeface="楷体"/>
              </a:rPr>
              <a:t>级内存开销</a:t>
            </a:r>
            <a:endParaRPr lang="en-US" altLang="zh-CN" dirty="0">
              <a:solidFill>
                <a:srgbClr val="000000"/>
              </a:solidFill>
              <a:latin typeface="楷体"/>
              <a:ea typeface="楷体"/>
              <a:cs typeface="楷体"/>
            </a:endParaRPr>
          </a:p>
          <a:p>
            <a:pPr marL="24" indent="-14">
              <a:defRPr sz="1763">
                <a:solidFill>
                  <a:srgbClr val="000000"/>
                </a:solidFill>
                <a:latin typeface="楷体"/>
                <a:ea typeface="楷体"/>
                <a:cs typeface="楷体"/>
              </a:defRPr>
            </a:pPr>
            <a:endParaRPr lang="zh-CN" altLang="en-US" dirty="0">
              <a:solidFill>
                <a:srgbClr val="000000"/>
              </a:solidFill>
              <a:latin typeface="楷体"/>
              <a:ea typeface="楷体"/>
              <a:cs typeface="楷体"/>
            </a:endParaRPr>
          </a:p>
          <a:p>
            <a:pPr marL="24" indent="-14">
              <a:defRPr sz="1763">
                <a:solidFill>
                  <a:srgbClr val="000000"/>
                </a:solidFill>
                <a:latin typeface="楷体"/>
                <a:ea typeface="楷体"/>
                <a:cs typeface="楷体"/>
              </a:defRPr>
            </a:pPr>
            <a:r>
              <a:rPr lang="en-US" altLang="zh-CN" dirty="0">
                <a:solidFill>
                  <a:srgbClr val="000000"/>
                </a:solidFill>
                <a:latin typeface="楷体"/>
                <a:ea typeface="楷体"/>
                <a:cs typeface="楷体"/>
              </a:rPr>
              <a:t>· </a:t>
            </a:r>
            <a:r>
              <a:rPr lang="en-US" altLang="zh-CN" dirty="0" err="1">
                <a:solidFill>
                  <a:srgbClr val="000000"/>
                </a:solidFill>
                <a:latin typeface="楷体"/>
                <a:ea typeface="楷体"/>
                <a:cs typeface="楷体"/>
              </a:rPr>
              <a:t>TabICL</a:t>
            </a:r>
            <a:r>
              <a:rPr lang="zh-CN" altLang="en-US" dirty="0">
                <a:solidFill>
                  <a:srgbClr val="000000"/>
                </a:solidFill>
                <a:latin typeface="楷体"/>
                <a:ea typeface="楷体"/>
                <a:cs typeface="楷体"/>
              </a:rPr>
              <a:t>在大样本任务上的内存增长更明显</a:t>
            </a:r>
          </a:p>
        </p:txBody>
      </p:sp>
    </p:spTree>
    <p:extLst>
      <p:ext uri="{BB962C8B-B14F-4D97-AF65-F5344CB8AC3E}">
        <p14:creationId xmlns:p14="http://schemas.microsoft.com/office/powerpoint/2010/main" val="281541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69397E8-CB0D-4BD8-A24D-CDFCAC54F13D}"/>
              </a:ext>
            </a:extLst>
          </p:cNvPr>
          <p:cNvSpPr>
            <a:spLocks noGrp="1"/>
          </p:cNvSpPr>
          <p:nvPr/>
        </p:nvSpPr>
        <p:spPr>
          <a:xfrm>
            <a:off x="266700" y="171450"/>
            <a:ext cx="9334500" cy="685800"/>
          </a:xfrm>
          <a:prstGeom prst="rect">
            <a:avLst/>
          </a:prstGeom>
          <a:noFill/>
          <a:ln w="0">
            <a:noFill/>
            <a:prstDash val="solid"/>
          </a:ln>
        </p:spPr>
        <p:txBody>
          <a:bodyPr/>
          <a:lstStyle/>
          <a:p>
            <a:pPr>
              <a:defRPr sz="3600" b="1">
                <a:solidFill>
                  <a:srgbClr val="000000"/>
                </a:solidFill>
                <a:latin typeface="微软雅黑"/>
                <a:ea typeface="微软雅黑"/>
                <a:cs typeface="微软雅黑"/>
              </a:defRPr>
            </a:pPr>
            <a:r>
              <a:rPr lang="zh-CN" altLang="en-US" sz="3600" b="1" dirty="0">
                <a:solidFill>
                  <a:srgbClr val="000000"/>
                </a:solidFill>
                <a:latin typeface="微软雅黑"/>
                <a:ea typeface="微软雅黑"/>
                <a:cs typeface="微软雅黑"/>
              </a:rPr>
              <a:t>结果分析：特征数扩展的时间成本</a:t>
            </a:r>
          </a:p>
        </p:txBody>
      </p:sp>
      <p:graphicFrame>
        <p:nvGraphicFramePr>
          <p:cNvPr id="7" name="表格 6">
            <a:extLst>
              <a:ext uri="{FF2B5EF4-FFF2-40B4-BE49-F238E27FC236}">
                <a16:creationId xmlns:a16="http://schemas.microsoft.com/office/drawing/2014/main" id="{D7C203B0-2085-CC4F-B4A0-E30D9107638B}"/>
              </a:ext>
            </a:extLst>
          </p:cNvPr>
          <p:cNvGraphicFramePr/>
          <p:nvPr>
            <p:extLst>
              <p:ext uri="{D42A27DB-BD31-4B8C-83A1-F6EECF244321}">
                <p14:modId xmlns:p14="http://schemas.microsoft.com/office/powerpoint/2010/main" val="2120644039"/>
              </p:ext>
            </p:extLst>
          </p:nvPr>
        </p:nvGraphicFramePr>
        <p:xfrm>
          <a:off x="8179076" y="2309812"/>
          <a:ext cx="3524250" cy="2238375"/>
        </p:xfrm>
        <a:graphic>
          <a:graphicData uri="http://schemas.openxmlformats.org/drawingml/2006/table">
            <a:tbl>
              <a:tblPr firstRow="1"/>
              <a:tblGrid>
                <a:gridCol w="123825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447675">
                <a:tc>
                  <a:txBody>
                    <a:bodyPr/>
                    <a:lstStyle/>
                    <a:p>
                      <a:pPr algn="ctr"/>
                      <a:r>
                        <a:rPr sz="1350" b="1">
                          <a:solidFill>
                            <a:srgbClr val="000000"/>
                          </a:solidFill>
                          <a:latin typeface="楷体"/>
                          <a:ea typeface="楷体"/>
                          <a:cs typeface="楷体"/>
                        </a:rPr>
                        <a:t>模型</a:t>
                      </a:r>
                    </a:p>
                  </a:txBody>
                  <a:tcPr marL="57150" marR="57150" marT="38100" marB="38100" anchor="ctr">
                    <a:solidFill>
                      <a:srgbClr val="EEF6F1"/>
                    </a:solidFill>
                  </a:tcPr>
                </a:tc>
                <a:tc>
                  <a:txBody>
                    <a:bodyPr/>
                    <a:lstStyle/>
                    <a:p>
                      <a:pPr algn="ctr"/>
                      <a:r>
                        <a:rPr sz="1350" b="1">
                          <a:solidFill>
                            <a:srgbClr val="000000"/>
                          </a:solidFill>
                          <a:latin typeface="楷体"/>
                          <a:ea typeface="楷体"/>
                          <a:cs typeface="楷体"/>
                        </a:rPr>
                        <a:t>α Gaming</a:t>
                      </a:r>
                    </a:p>
                  </a:txBody>
                  <a:tcPr marL="57150" marR="57150" marT="38100" marB="38100" anchor="ctr">
                    <a:solidFill>
                      <a:srgbClr val="EEF6F1"/>
                    </a:solidFill>
                  </a:tcPr>
                </a:tc>
                <a:tc>
                  <a:txBody>
                    <a:bodyPr/>
                    <a:lstStyle/>
                    <a:p>
                      <a:pPr algn="ctr"/>
                      <a:r>
                        <a:rPr sz="1350" b="1">
                          <a:solidFill>
                            <a:srgbClr val="000000"/>
                          </a:solidFill>
                          <a:latin typeface="楷体"/>
                          <a:ea typeface="楷体"/>
                          <a:cs typeface="楷体"/>
                        </a:rPr>
                        <a:t>α Light</a:t>
                      </a:r>
                    </a:p>
                  </a:txBody>
                  <a:tcPr marL="57150" marR="57150" marT="38100" marB="38100" anchor="ctr">
                    <a:solidFill>
                      <a:srgbClr val="EEF6F1"/>
                    </a:solidFill>
                  </a:tcPr>
                </a:tc>
                <a:extLst>
                  <a:ext uri="{0D108BD9-81ED-4DB2-BD59-A6C34878D82A}">
                    <a16:rowId xmlns:a16="http://schemas.microsoft.com/office/drawing/2014/main" val="10000"/>
                  </a:ext>
                </a:extLst>
              </a:tr>
              <a:tr h="447675">
                <a:tc>
                  <a:txBody>
                    <a:bodyPr/>
                    <a:lstStyle/>
                    <a:p>
                      <a:pPr algn="ctr"/>
                      <a:r>
                        <a:rPr sz="1350">
                          <a:solidFill>
                            <a:srgbClr val="000000"/>
                          </a:solidFill>
                          <a:latin typeface="楷体"/>
                          <a:ea typeface="楷体"/>
                          <a:cs typeface="楷体"/>
                        </a:rPr>
                        <a:t>LightGBM</a:t>
                      </a:r>
                    </a:p>
                  </a:txBody>
                  <a:tcPr marL="57150" marR="57150" marT="38100" marB="38100" anchor="ctr"/>
                </a:tc>
                <a:tc>
                  <a:txBody>
                    <a:bodyPr/>
                    <a:lstStyle/>
                    <a:p>
                      <a:pPr algn="ctr"/>
                      <a:r>
                        <a:rPr lang="en-US" sz="1350" dirty="0">
                          <a:solidFill>
                            <a:srgbClr val="000000"/>
                          </a:solidFill>
                          <a:latin typeface="楷体"/>
                          <a:ea typeface="楷体"/>
                          <a:cs typeface="楷体"/>
                        </a:rPr>
                        <a:t>0.07</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-0.27</a:t>
                      </a:r>
                      <a:endParaRPr sz="1350"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10001"/>
                  </a:ext>
                </a:extLst>
              </a:tr>
              <a:tr h="447675">
                <a:tc>
                  <a:txBody>
                    <a:bodyPr/>
                    <a:lstStyle/>
                    <a:p>
                      <a:pPr algn="ctr"/>
                      <a:r>
                        <a:rPr sz="1350" dirty="0" err="1">
                          <a:solidFill>
                            <a:srgbClr val="000000"/>
                          </a:solidFill>
                          <a:latin typeface="楷体"/>
                          <a:ea typeface="楷体"/>
                          <a:cs typeface="楷体"/>
                        </a:rPr>
                        <a:t>XGBoost</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-0.01</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-0.09</a:t>
                      </a:r>
                      <a:endParaRPr sz="1350"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10002"/>
                  </a:ext>
                </a:extLst>
              </a:tr>
              <a:tr h="447675">
                <a:tc>
                  <a:txBody>
                    <a:bodyPr/>
                    <a:lstStyle/>
                    <a:p>
                      <a:pPr algn="ctr"/>
                      <a:r>
                        <a:rPr sz="1350">
                          <a:solidFill>
                            <a:srgbClr val="000000"/>
                          </a:solidFill>
                          <a:latin typeface="楷体"/>
                          <a:ea typeface="楷体"/>
                          <a:cs typeface="楷体"/>
                        </a:rPr>
                        <a:t>TabICL</a:t>
                      </a:r>
                    </a:p>
                  </a:txBody>
                  <a:tcPr marL="57150" marR="57150" marT="38100" marB="38100" anchor="ctr"/>
                </a:tc>
                <a:tc>
                  <a:txBody>
                    <a:bodyPr/>
                    <a:lstStyle/>
                    <a:p>
                      <a:pPr algn="ctr"/>
                      <a:r>
                        <a:rPr lang="en-US" sz="1350" dirty="0">
                          <a:solidFill>
                            <a:srgbClr val="000000"/>
                          </a:solidFill>
                          <a:latin typeface="楷体"/>
                          <a:ea typeface="楷体"/>
                          <a:cs typeface="楷体"/>
                        </a:rPr>
                        <a:t>0.68</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0.69</a:t>
                      </a:r>
                      <a:endParaRPr sz="1350"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10003"/>
                  </a:ext>
                </a:extLst>
              </a:tr>
              <a:tr h="447675">
                <a:tc>
                  <a:txBody>
                    <a:bodyPr/>
                    <a:lstStyle/>
                    <a:p>
                      <a:pPr algn="ctr"/>
                      <a:r>
                        <a:rPr sz="1350">
                          <a:solidFill>
                            <a:srgbClr val="000000"/>
                          </a:solidFill>
                          <a:latin typeface="楷体"/>
                          <a:ea typeface="楷体"/>
                          <a:cs typeface="楷体"/>
                        </a:rPr>
                        <a:t>TabPFN</a:t>
                      </a:r>
                    </a:p>
                  </a:txBody>
                  <a:tcPr marL="57150" marR="57150" marT="38100" marB="38100" anchor="ctr"/>
                </a:tc>
                <a:tc>
                  <a:txBody>
                    <a:bodyPr/>
                    <a:lstStyle/>
                    <a:p>
                      <a:pPr algn="ctr"/>
                      <a:r>
                        <a:rPr lang="en-US" sz="1350" dirty="0">
                          <a:solidFill>
                            <a:srgbClr val="000000"/>
                          </a:solidFill>
                          <a:latin typeface="楷体"/>
                          <a:ea typeface="楷体"/>
                          <a:cs typeface="楷体"/>
                        </a:rPr>
                        <a:t>0.94</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0.82</a:t>
                      </a:r>
                      <a:endParaRPr sz="1350"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10004"/>
                  </a:ext>
                </a:extLst>
              </a:tr>
            </a:tbl>
          </a:graphicData>
        </a:graphic>
      </p:graphicFrame>
      <p:pic>
        <p:nvPicPr>
          <p:cNvPr id="10" name="图片 9">
            <a:extLst>
              <a:ext uri="{FF2B5EF4-FFF2-40B4-BE49-F238E27FC236}">
                <a16:creationId xmlns:a16="http://schemas.microsoft.com/office/drawing/2014/main" id="{74A59AA2-E923-4B84-6498-2427A1101A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4361" y="2060121"/>
            <a:ext cx="7402839" cy="2737756"/>
          </a:xfrm>
          <a:prstGeom prst="rect">
            <a:avLst/>
          </a:prstGeom>
        </p:spPr>
      </p:pic>
      <p:sp>
        <p:nvSpPr>
          <p:cNvPr id="11" name="文本框 10">
            <a:extLst>
              <a:ext uri="{FF2B5EF4-FFF2-40B4-BE49-F238E27FC236}">
                <a16:creationId xmlns:a16="http://schemas.microsoft.com/office/drawing/2014/main" id="{79669DDD-7E3A-DCC7-870A-BA74D44DC655}"/>
              </a:ext>
            </a:extLst>
          </p:cNvPr>
          <p:cNvSpPr txBox="1"/>
          <p:nvPr/>
        </p:nvSpPr>
        <p:spPr>
          <a:xfrm>
            <a:off x="975360" y="1404289"/>
            <a:ext cx="6381875" cy="400110"/>
          </a:xfrm>
          <a:prstGeom prst="rect">
            <a:avLst/>
          </a:prstGeom>
          <a:noFill/>
        </p:spPr>
        <p:txBody>
          <a:bodyPr wrap="none" rtlCol="0">
            <a:spAutoFit/>
          </a:bodyPr>
          <a:lstStyle/>
          <a:p>
            <a:r>
              <a:rPr lang="zh-CN" altLang="en-US" sz="2000" b="1" dirty="0">
                <a:solidFill>
                  <a:srgbClr val="000000"/>
                </a:solidFill>
                <a:latin typeface="楷体"/>
                <a:cs typeface="楷体"/>
              </a:rPr>
              <a:t>特征数会影响</a:t>
            </a:r>
            <a:r>
              <a:rPr lang="en-US" altLang="zh-CN" sz="2000" b="1" dirty="0">
                <a:solidFill>
                  <a:srgbClr val="000000"/>
                </a:solidFill>
                <a:latin typeface="楷体"/>
                <a:cs typeface="楷体"/>
              </a:rPr>
              <a:t>TFMs</a:t>
            </a:r>
            <a:r>
              <a:rPr lang="zh-CN" altLang="en-US" sz="2000" b="1" dirty="0">
                <a:solidFill>
                  <a:srgbClr val="000000"/>
                </a:solidFill>
                <a:latin typeface="楷体"/>
                <a:cs typeface="楷体"/>
              </a:rPr>
              <a:t>，但样本数仍是更主要的成本来源。</a:t>
            </a:r>
          </a:p>
        </p:txBody>
      </p:sp>
      <p:sp>
        <p:nvSpPr>
          <p:cNvPr id="12" name="文本框 11">
            <a:extLst>
              <a:ext uri="{FF2B5EF4-FFF2-40B4-BE49-F238E27FC236}">
                <a16:creationId xmlns:a16="http://schemas.microsoft.com/office/drawing/2014/main" id="{93D1E86E-040C-0083-AC42-49E8239BFAFB}"/>
              </a:ext>
            </a:extLst>
          </p:cNvPr>
          <p:cNvSpPr txBox="1"/>
          <p:nvPr/>
        </p:nvSpPr>
        <p:spPr>
          <a:xfrm>
            <a:off x="975360" y="5053599"/>
            <a:ext cx="5551520" cy="1485278"/>
          </a:xfrm>
          <a:prstGeom prst="rect">
            <a:avLst/>
          </a:prstGeom>
          <a:noFill/>
        </p:spPr>
        <p:txBody>
          <a:bodyPr wrap="none" rtlCol="0">
            <a:spAutoFit/>
          </a:bodyPr>
          <a:lstStyle/>
          <a:p>
            <a:pPr marL="24" indent="-14">
              <a:defRPr sz="1763">
                <a:solidFill>
                  <a:srgbClr val="000000"/>
                </a:solidFill>
                <a:latin typeface="楷体"/>
                <a:ea typeface="楷体"/>
                <a:cs typeface="楷体"/>
              </a:defRPr>
            </a:pPr>
            <a:r>
              <a:rPr lang="en-US" altLang="zh-CN" dirty="0">
                <a:solidFill>
                  <a:srgbClr val="000000"/>
                </a:solidFill>
                <a:latin typeface="楷体"/>
                <a:ea typeface="楷体"/>
                <a:cs typeface="楷体"/>
              </a:rPr>
              <a:t>· GBDTs</a:t>
            </a:r>
            <a:r>
              <a:rPr lang="zh-CN" altLang="en-US" dirty="0">
                <a:solidFill>
                  <a:srgbClr val="000000"/>
                </a:solidFill>
                <a:latin typeface="楷体"/>
                <a:ea typeface="楷体"/>
                <a:cs typeface="楷体"/>
              </a:rPr>
              <a:t>对特征数变化不敏感</a:t>
            </a:r>
            <a:endParaRPr lang="en-US" altLang="zh-CN" dirty="0">
              <a:solidFill>
                <a:srgbClr val="000000"/>
              </a:solidFill>
              <a:latin typeface="楷体"/>
              <a:ea typeface="楷体"/>
              <a:cs typeface="楷体"/>
            </a:endParaRPr>
          </a:p>
          <a:p>
            <a:pPr marL="24" indent="-14">
              <a:defRPr sz="1763">
                <a:solidFill>
                  <a:srgbClr val="000000"/>
                </a:solidFill>
                <a:latin typeface="楷体"/>
                <a:ea typeface="楷体"/>
                <a:cs typeface="楷体"/>
              </a:defRPr>
            </a:pPr>
            <a:endParaRPr lang="zh-CN" altLang="en-US" dirty="0">
              <a:solidFill>
                <a:srgbClr val="000000"/>
              </a:solidFill>
              <a:latin typeface="楷体"/>
              <a:ea typeface="楷体"/>
              <a:cs typeface="楷体"/>
            </a:endParaRPr>
          </a:p>
          <a:p>
            <a:pPr marL="24" indent="-14">
              <a:defRPr sz="1763">
                <a:solidFill>
                  <a:srgbClr val="000000"/>
                </a:solidFill>
                <a:latin typeface="楷体"/>
                <a:ea typeface="楷体"/>
                <a:cs typeface="楷体"/>
              </a:defRPr>
            </a:pPr>
            <a:r>
              <a:rPr lang="en-US" altLang="zh-CN" dirty="0">
                <a:solidFill>
                  <a:srgbClr val="000000"/>
                </a:solidFill>
                <a:latin typeface="楷体"/>
                <a:ea typeface="楷体"/>
                <a:cs typeface="楷体"/>
              </a:rPr>
              <a:t>· </a:t>
            </a:r>
            <a:r>
              <a:rPr lang="en-US" altLang="zh-CN" dirty="0" err="1">
                <a:solidFill>
                  <a:srgbClr val="000000"/>
                </a:solidFill>
                <a:latin typeface="楷体"/>
                <a:ea typeface="楷体"/>
                <a:cs typeface="楷体"/>
              </a:rPr>
              <a:t>TabICL</a:t>
            </a:r>
            <a:r>
              <a:rPr lang="zh-CN" altLang="en-US" dirty="0">
                <a:solidFill>
                  <a:srgbClr val="000000"/>
                </a:solidFill>
                <a:latin typeface="楷体"/>
                <a:ea typeface="楷体"/>
                <a:cs typeface="楷体"/>
              </a:rPr>
              <a:t>与</a:t>
            </a:r>
            <a:r>
              <a:rPr lang="en-US" altLang="zh-CN" dirty="0" err="1">
                <a:solidFill>
                  <a:srgbClr val="000000"/>
                </a:solidFill>
                <a:latin typeface="楷体"/>
                <a:ea typeface="楷体"/>
                <a:cs typeface="楷体"/>
              </a:rPr>
              <a:t>TabPFN</a:t>
            </a:r>
            <a:r>
              <a:rPr lang="zh-CN" altLang="en-US" dirty="0">
                <a:solidFill>
                  <a:srgbClr val="000000"/>
                </a:solidFill>
                <a:latin typeface="楷体"/>
                <a:ea typeface="楷体"/>
                <a:cs typeface="楷体"/>
              </a:rPr>
              <a:t>的计算时间仍随特征数增加而增加</a:t>
            </a:r>
            <a:endParaRPr lang="en-US" altLang="zh-CN" dirty="0">
              <a:solidFill>
                <a:srgbClr val="000000"/>
              </a:solidFill>
              <a:latin typeface="楷体"/>
              <a:ea typeface="楷体"/>
              <a:cs typeface="楷体"/>
            </a:endParaRPr>
          </a:p>
          <a:p>
            <a:pPr marL="24" indent="-14">
              <a:defRPr sz="1763">
                <a:solidFill>
                  <a:srgbClr val="000000"/>
                </a:solidFill>
                <a:latin typeface="楷体"/>
                <a:ea typeface="楷体"/>
                <a:cs typeface="楷体"/>
              </a:defRPr>
            </a:pPr>
            <a:endParaRPr lang="zh-CN" altLang="en-US" dirty="0">
              <a:solidFill>
                <a:srgbClr val="000000"/>
              </a:solidFill>
              <a:latin typeface="楷体"/>
              <a:ea typeface="楷体"/>
              <a:cs typeface="楷体"/>
            </a:endParaRPr>
          </a:p>
          <a:p>
            <a:pPr marL="24" indent="-14">
              <a:defRPr sz="1763">
                <a:solidFill>
                  <a:srgbClr val="000000"/>
                </a:solidFill>
                <a:latin typeface="楷体"/>
                <a:ea typeface="楷体"/>
                <a:cs typeface="楷体"/>
              </a:defRPr>
            </a:pPr>
            <a:r>
              <a:rPr lang="en-US" altLang="zh-CN" dirty="0">
                <a:solidFill>
                  <a:srgbClr val="000000"/>
                </a:solidFill>
                <a:latin typeface="楷体"/>
                <a:ea typeface="楷体"/>
                <a:cs typeface="楷体"/>
              </a:rPr>
              <a:t>·</a:t>
            </a:r>
            <a:r>
              <a:rPr lang="zh-CN" altLang="en-US" dirty="0">
                <a:solidFill>
                  <a:srgbClr val="000000"/>
                </a:solidFill>
                <a:latin typeface="楷体"/>
                <a:ea typeface="楷体"/>
                <a:cs typeface="楷体"/>
              </a:rPr>
              <a:t>与样本数扩展相比，绝对时间增长更小</a:t>
            </a:r>
          </a:p>
        </p:txBody>
      </p:sp>
    </p:spTree>
    <p:extLst>
      <p:ext uri="{BB962C8B-B14F-4D97-AF65-F5344CB8AC3E}">
        <p14:creationId xmlns:p14="http://schemas.microsoft.com/office/powerpoint/2010/main" val="1273558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16C2A-38E9-F1CC-9688-AEB4FD76756C}"/>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78220C81-EFD6-FCA7-0740-A1720EF1D5BF}"/>
              </a:ext>
            </a:extLst>
          </p:cNvPr>
          <p:cNvSpPr>
            <a:spLocks noGrp="1"/>
          </p:cNvSpPr>
          <p:nvPr/>
        </p:nvSpPr>
        <p:spPr>
          <a:xfrm>
            <a:off x="266700" y="171450"/>
            <a:ext cx="9334500" cy="685800"/>
          </a:xfrm>
          <a:prstGeom prst="rect">
            <a:avLst/>
          </a:prstGeom>
          <a:noFill/>
          <a:ln w="0">
            <a:noFill/>
            <a:prstDash val="solid"/>
          </a:ln>
        </p:spPr>
        <p:txBody>
          <a:bodyPr/>
          <a:lstStyle/>
          <a:p>
            <a:pPr>
              <a:defRPr sz="3600" b="1">
                <a:solidFill>
                  <a:srgbClr val="000000"/>
                </a:solidFill>
                <a:latin typeface="微软雅黑"/>
                <a:ea typeface="微软雅黑"/>
                <a:cs typeface="微软雅黑"/>
              </a:defRPr>
            </a:pPr>
            <a:r>
              <a:rPr lang="zh-CN" altLang="en-US" sz="3600" b="1" dirty="0">
                <a:solidFill>
                  <a:srgbClr val="000000"/>
                </a:solidFill>
                <a:latin typeface="微软雅黑"/>
                <a:ea typeface="微软雅黑"/>
                <a:cs typeface="微软雅黑"/>
              </a:rPr>
              <a:t>结果分析：特征数扩展的内存成本</a:t>
            </a:r>
          </a:p>
        </p:txBody>
      </p:sp>
      <p:pic>
        <p:nvPicPr>
          <p:cNvPr id="5" name="图片 4">
            <a:extLst>
              <a:ext uri="{FF2B5EF4-FFF2-40B4-BE49-F238E27FC236}">
                <a16:creationId xmlns:a16="http://schemas.microsoft.com/office/drawing/2014/main" id="{FBFCD583-4AD9-2BAA-5D01-A11DA7FCF7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500" y="2040464"/>
            <a:ext cx="7803397" cy="2925733"/>
          </a:xfrm>
          <a:prstGeom prst="rect">
            <a:avLst/>
          </a:prstGeom>
        </p:spPr>
      </p:pic>
      <p:sp>
        <p:nvSpPr>
          <p:cNvPr id="8" name="文本框 7">
            <a:extLst>
              <a:ext uri="{FF2B5EF4-FFF2-40B4-BE49-F238E27FC236}">
                <a16:creationId xmlns:a16="http://schemas.microsoft.com/office/drawing/2014/main" id="{81D3F241-5D95-4DA9-8A56-57847AE22701}"/>
              </a:ext>
            </a:extLst>
          </p:cNvPr>
          <p:cNvSpPr txBox="1"/>
          <p:nvPr/>
        </p:nvSpPr>
        <p:spPr>
          <a:xfrm>
            <a:off x="952500" y="1379053"/>
            <a:ext cx="8185254" cy="400110"/>
          </a:xfrm>
          <a:prstGeom prst="rect">
            <a:avLst/>
          </a:prstGeom>
          <a:noFill/>
        </p:spPr>
        <p:txBody>
          <a:bodyPr wrap="none" rtlCol="0">
            <a:spAutoFit/>
          </a:bodyPr>
          <a:lstStyle/>
          <a:p>
            <a:r>
              <a:rPr lang="zh-CN" altLang="zh-CN" sz="2000" b="1" dirty="0"/>
              <a:t>样本数对峰值内存的影响整体略强，但特征数同样会显著抬高内存成本</a:t>
            </a:r>
            <a:endParaRPr lang="zh-CN" altLang="en-US" sz="2000" b="1" dirty="0">
              <a:solidFill>
                <a:srgbClr val="000000"/>
              </a:solidFill>
              <a:latin typeface="楷体"/>
              <a:cs typeface="楷体"/>
            </a:endParaRPr>
          </a:p>
        </p:txBody>
      </p:sp>
      <p:sp>
        <p:nvSpPr>
          <p:cNvPr id="9" name="文本框 8">
            <a:extLst>
              <a:ext uri="{FF2B5EF4-FFF2-40B4-BE49-F238E27FC236}">
                <a16:creationId xmlns:a16="http://schemas.microsoft.com/office/drawing/2014/main" id="{56F14D83-E57A-12EB-BBC0-E43B2E7E4134}"/>
              </a:ext>
            </a:extLst>
          </p:cNvPr>
          <p:cNvSpPr txBox="1"/>
          <p:nvPr/>
        </p:nvSpPr>
        <p:spPr>
          <a:xfrm>
            <a:off x="952500" y="5039360"/>
            <a:ext cx="4735592" cy="1485278"/>
          </a:xfrm>
          <a:prstGeom prst="rect">
            <a:avLst/>
          </a:prstGeom>
          <a:noFill/>
        </p:spPr>
        <p:txBody>
          <a:bodyPr wrap="none" rtlCol="0">
            <a:spAutoFit/>
          </a:bodyPr>
          <a:lstStyle/>
          <a:p>
            <a:pPr marL="24" indent="-14">
              <a:defRPr sz="1763">
                <a:solidFill>
                  <a:srgbClr val="000000"/>
                </a:solidFill>
                <a:latin typeface="楷体"/>
                <a:ea typeface="楷体"/>
                <a:cs typeface="楷体"/>
              </a:defRPr>
            </a:pPr>
            <a:r>
              <a:rPr lang="en-US" altLang="zh-CN" dirty="0">
                <a:solidFill>
                  <a:srgbClr val="000000"/>
                </a:solidFill>
                <a:latin typeface="楷体"/>
                <a:ea typeface="楷体"/>
                <a:cs typeface="楷体"/>
              </a:rPr>
              <a:t>· GBDTs</a:t>
            </a:r>
            <a:r>
              <a:rPr lang="zh-CN" altLang="zh-CN" dirty="0"/>
              <a:t>的峰值内存整体稳定</a:t>
            </a:r>
            <a:endParaRPr lang="en-US" altLang="zh-CN" dirty="0"/>
          </a:p>
          <a:p>
            <a:pPr marL="24" indent="-14">
              <a:defRPr sz="1763">
                <a:solidFill>
                  <a:srgbClr val="000000"/>
                </a:solidFill>
                <a:latin typeface="楷体"/>
                <a:ea typeface="楷体"/>
                <a:cs typeface="楷体"/>
              </a:defRPr>
            </a:pPr>
            <a:endParaRPr lang="en-US" altLang="zh-CN" dirty="0"/>
          </a:p>
          <a:p>
            <a:pPr marL="24" indent="-14">
              <a:defRPr sz="1763">
                <a:solidFill>
                  <a:srgbClr val="000000"/>
                </a:solidFill>
                <a:latin typeface="楷体"/>
                <a:ea typeface="楷体"/>
                <a:cs typeface="楷体"/>
              </a:defRPr>
            </a:pPr>
            <a:r>
              <a:rPr lang="en-US" altLang="zh-CN" dirty="0">
                <a:solidFill>
                  <a:srgbClr val="000000"/>
                </a:solidFill>
                <a:latin typeface="楷体"/>
                <a:ea typeface="楷体"/>
                <a:cs typeface="楷体"/>
              </a:rPr>
              <a:t>· </a:t>
            </a:r>
            <a:r>
              <a:rPr lang="zh-CN" altLang="zh-CN" dirty="0"/>
              <a:t>TabICL</a:t>
            </a:r>
            <a:r>
              <a:rPr lang="zh-CN" altLang="en-US" dirty="0"/>
              <a:t>高维度数据集</a:t>
            </a:r>
            <a:r>
              <a:rPr lang="zh-CN" altLang="zh-CN" dirty="0"/>
              <a:t>上增长最明显</a:t>
            </a:r>
            <a:endParaRPr lang="en-US" altLang="zh-CN" dirty="0"/>
          </a:p>
          <a:p>
            <a:pPr marL="24" indent="-14">
              <a:defRPr sz="1763">
                <a:solidFill>
                  <a:srgbClr val="000000"/>
                </a:solidFill>
                <a:latin typeface="楷体"/>
                <a:ea typeface="楷体"/>
                <a:cs typeface="楷体"/>
              </a:defRPr>
            </a:pPr>
            <a:endParaRPr lang="en-US" altLang="zh-CN" dirty="0">
              <a:solidFill>
                <a:srgbClr val="000000"/>
              </a:solidFill>
              <a:latin typeface="楷体"/>
              <a:ea typeface="楷体"/>
              <a:cs typeface="楷体"/>
            </a:endParaRPr>
          </a:p>
          <a:p>
            <a:pPr marL="24" indent="-14">
              <a:defRPr sz="1763">
                <a:solidFill>
                  <a:srgbClr val="000000"/>
                </a:solidFill>
                <a:latin typeface="楷体"/>
                <a:ea typeface="楷体"/>
                <a:cs typeface="楷体"/>
              </a:defRPr>
            </a:pPr>
            <a:r>
              <a:rPr lang="en-US" altLang="zh-CN" dirty="0">
                <a:solidFill>
                  <a:srgbClr val="000000"/>
                </a:solidFill>
                <a:latin typeface="楷体"/>
                <a:ea typeface="楷体"/>
                <a:cs typeface="楷体"/>
              </a:rPr>
              <a:t>·</a:t>
            </a:r>
            <a:r>
              <a:rPr lang="zh-CN" altLang="en-US" dirty="0">
                <a:solidFill>
                  <a:srgbClr val="000000"/>
                </a:solidFill>
                <a:latin typeface="楷体"/>
                <a:ea typeface="楷体"/>
                <a:cs typeface="楷体"/>
              </a:rPr>
              <a:t>高维数据集对峰值内存成本的增加不可忽视</a:t>
            </a:r>
          </a:p>
        </p:txBody>
      </p:sp>
    </p:spTree>
    <p:extLst>
      <p:ext uri="{BB962C8B-B14F-4D97-AF65-F5344CB8AC3E}">
        <p14:creationId xmlns:p14="http://schemas.microsoft.com/office/powerpoint/2010/main" val="3021944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58915623-CCB5-47F8-AF92-2A188A2DA3D2}"/>
              </a:ext>
            </a:extLst>
          </p:cNvPr>
          <p:cNvSpPr>
            <a:spLocks noGrp="1"/>
          </p:cNvSpPr>
          <p:nvPr/>
        </p:nvSpPr>
        <p:spPr>
          <a:xfrm>
            <a:off x="266700" y="171450"/>
            <a:ext cx="9334500" cy="685800"/>
          </a:xfrm>
          <a:prstGeom prst="rect">
            <a:avLst/>
          </a:prstGeom>
          <a:noFill/>
          <a:ln w="0">
            <a:noFill/>
            <a:prstDash val="solid"/>
          </a:ln>
        </p:spPr>
        <p:txBody>
          <a:bodyPr/>
          <a:lstStyle/>
          <a:p>
            <a:pPr>
              <a:defRPr sz="3600" b="1">
                <a:solidFill>
                  <a:srgbClr val="000000"/>
                </a:solidFill>
                <a:latin typeface="微软雅黑"/>
                <a:ea typeface="微软雅黑"/>
                <a:cs typeface="微软雅黑"/>
              </a:defRPr>
            </a:pPr>
            <a:r>
              <a:rPr lang="zh-CN" altLang="en-US" sz="3600" b="1" dirty="0">
                <a:solidFill>
                  <a:srgbClr val="000000"/>
                </a:solidFill>
                <a:latin typeface="微软雅黑"/>
                <a:ea typeface="微软雅黑"/>
                <a:cs typeface="微软雅黑"/>
              </a:rPr>
              <a:t>结果分析：置信度校准</a:t>
            </a:r>
          </a:p>
        </p:txBody>
      </p:sp>
      <p:sp>
        <p:nvSpPr>
          <p:cNvPr id="2" name="矩形 1">
            <a:extLst>
              <a:ext uri="{FF2B5EF4-FFF2-40B4-BE49-F238E27FC236}">
                <a16:creationId xmlns:a16="http://schemas.microsoft.com/office/drawing/2014/main" id="{369D59FC-8680-441E-9736-DB2B07C2D7F0}"/>
              </a:ext>
            </a:extLst>
          </p:cNvPr>
          <p:cNvSpPr>
            <a:spLocks noGrp="1"/>
          </p:cNvSpPr>
          <p:nvPr/>
        </p:nvSpPr>
        <p:spPr>
          <a:xfrm>
            <a:off x="858221" y="1094844"/>
            <a:ext cx="9334500" cy="419100"/>
          </a:xfrm>
          <a:prstGeom prst="rect">
            <a:avLst/>
          </a:prstGeom>
          <a:noFill/>
          <a:ln w="0">
            <a:noFill/>
            <a:prstDash val="solid"/>
          </a:ln>
        </p:spPr>
        <p:txBody>
          <a:bodyPr/>
          <a:lstStyle/>
          <a:p>
            <a:pPr>
              <a:defRPr sz="1763">
                <a:solidFill>
                  <a:srgbClr val="000000"/>
                </a:solidFill>
                <a:latin typeface="楷体"/>
                <a:ea typeface="楷体"/>
                <a:cs typeface="楷体"/>
              </a:defRPr>
            </a:pPr>
            <a:r>
              <a:rPr lang="zh-CN" altLang="zh-CN" sz="2000" b="1" dirty="0"/>
              <a:t>模型整体置信度偏高，错误样本仍常伴随高置信度</a:t>
            </a:r>
            <a:r>
              <a:rPr sz="2000" b="1" dirty="0">
                <a:solidFill>
                  <a:srgbClr val="000000"/>
                </a:solidFill>
                <a:latin typeface="楷体"/>
                <a:ea typeface="楷体"/>
                <a:cs typeface="楷体"/>
              </a:rPr>
              <a:t>。</a:t>
            </a:r>
          </a:p>
        </p:txBody>
      </p:sp>
      <p:pic>
        <p:nvPicPr>
          <p:cNvPr id="8" name="图片 7"/>
          <p:cNvPicPr>
            <a:picLocks noChangeAspect="1"/>
          </p:cNvPicPr>
          <p:nvPr/>
        </p:nvPicPr>
        <p:blipFill>
          <a:blip r:embed="rId3"/>
          <a:stretch/>
        </p:blipFill>
        <p:spPr>
          <a:xfrm>
            <a:off x="5037114" y="1953634"/>
            <a:ext cx="4865203" cy="2525376"/>
          </a:xfrm>
          <a:prstGeom prst="rect">
            <a:avLst/>
          </a:prstGeom>
        </p:spPr>
      </p:pic>
      <p:pic>
        <p:nvPicPr>
          <p:cNvPr id="7" name="图片 6">
            <a:extLst>
              <a:ext uri="{FF2B5EF4-FFF2-40B4-BE49-F238E27FC236}">
                <a16:creationId xmlns:a16="http://schemas.microsoft.com/office/drawing/2014/main" id="{F6624ABE-B192-0D00-BD16-B4017CFD36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8221" y="1453944"/>
            <a:ext cx="3979099" cy="3030146"/>
          </a:xfrm>
          <a:prstGeom prst="rect">
            <a:avLst/>
          </a:prstGeom>
        </p:spPr>
      </p:pic>
      <p:sp>
        <p:nvSpPr>
          <p:cNvPr id="10" name="文本框 9">
            <a:extLst>
              <a:ext uri="{FF2B5EF4-FFF2-40B4-BE49-F238E27FC236}">
                <a16:creationId xmlns:a16="http://schemas.microsoft.com/office/drawing/2014/main" id="{0FDE1373-331B-A884-D670-C9CDBC211719}"/>
              </a:ext>
            </a:extLst>
          </p:cNvPr>
          <p:cNvSpPr txBox="1"/>
          <p:nvPr/>
        </p:nvSpPr>
        <p:spPr>
          <a:xfrm>
            <a:off x="5492383" y="4655225"/>
            <a:ext cx="4108817" cy="2031325"/>
          </a:xfrm>
          <a:prstGeom prst="rect">
            <a:avLst/>
          </a:prstGeom>
          <a:noFill/>
        </p:spPr>
        <p:txBody>
          <a:bodyPr wrap="none" rtlCol="0">
            <a:spAutoFit/>
          </a:bodyPr>
          <a:lstStyle/>
          <a:p>
            <a:r>
              <a:rPr lang="en-US" altLang="zh-CN" dirty="0">
                <a:solidFill>
                  <a:srgbClr val="000000"/>
                </a:solidFill>
                <a:latin typeface="楷体"/>
                <a:cs typeface="楷体"/>
              </a:rPr>
              <a:t>·</a:t>
            </a:r>
            <a:r>
              <a:rPr lang="zh-CN" altLang="zh-CN" dirty="0"/>
              <a:t>置信度分布整体右偏，预测普遍偏高</a:t>
            </a:r>
            <a:endParaRPr lang="en-US" altLang="zh-CN" dirty="0"/>
          </a:p>
          <a:p>
            <a:endParaRPr lang="en-US" altLang="zh-CN" dirty="0">
              <a:solidFill>
                <a:srgbClr val="000000"/>
              </a:solidFill>
              <a:latin typeface="楷体"/>
              <a:cs typeface="楷体"/>
            </a:endParaRPr>
          </a:p>
          <a:p>
            <a:r>
              <a:rPr lang="en-US" altLang="zh-CN" dirty="0">
                <a:solidFill>
                  <a:srgbClr val="000000"/>
                </a:solidFill>
                <a:latin typeface="楷体"/>
                <a:cs typeface="楷体"/>
              </a:rPr>
              <a:t>·</a:t>
            </a:r>
            <a:r>
              <a:rPr lang="zh-CN" altLang="zh-CN" dirty="0"/>
              <a:t>正确预测通常有更高置信度</a:t>
            </a:r>
            <a:endParaRPr lang="en-US" altLang="zh-CN" dirty="0"/>
          </a:p>
          <a:p>
            <a:endParaRPr lang="en-US" altLang="zh-CN" dirty="0"/>
          </a:p>
          <a:p>
            <a:r>
              <a:rPr lang="en-US" altLang="zh-CN" dirty="0">
                <a:solidFill>
                  <a:srgbClr val="000000"/>
                </a:solidFill>
                <a:latin typeface="楷体"/>
                <a:cs typeface="楷体"/>
              </a:rPr>
              <a:t>·</a:t>
            </a:r>
            <a:r>
              <a:rPr lang="zh-CN" altLang="zh-CN" dirty="0"/>
              <a:t>错误预测仍可能具有较高置信度</a:t>
            </a:r>
            <a:endParaRPr lang="en-US" altLang="zh-CN" dirty="0"/>
          </a:p>
          <a:p>
            <a:endParaRPr lang="en-US" altLang="zh-CN" dirty="0"/>
          </a:p>
          <a:p>
            <a:r>
              <a:rPr lang="en-US" altLang="zh-CN" dirty="0">
                <a:solidFill>
                  <a:srgbClr val="000000"/>
                </a:solidFill>
                <a:latin typeface="楷体"/>
                <a:cs typeface="楷体"/>
              </a:rPr>
              <a:t>·TFMs</a:t>
            </a:r>
            <a:r>
              <a:rPr lang="zh-CN" altLang="en-US" dirty="0">
                <a:solidFill>
                  <a:srgbClr val="000000"/>
                </a:solidFill>
                <a:latin typeface="楷体"/>
                <a:cs typeface="楷体"/>
              </a:rPr>
              <a:t>置信度可靠性略强于</a:t>
            </a:r>
            <a:r>
              <a:rPr lang="en-US" altLang="zh-CN" dirty="0">
                <a:solidFill>
                  <a:srgbClr val="000000"/>
                </a:solidFill>
                <a:latin typeface="楷体"/>
                <a:cs typeface="楷体"/>
              </a:rPr>
              <a:t>GBTMs</a:t>
            </a:r>
            <a:endParaRPr lang="zh-CN" altLang="en-US" dirty="0"/>
          </a:p>
        </p:txBody>
      </p:sp>
      <p:graphicFrame>
        <p:nvGraphicFramePr>
          <p:cNvPr id="13" name="表格 12">
            <a:extLst>
              <a:ext uri="{FF2B5EF4-FFF2-40B4-BE49-F238E27FC236}">
                <a16:creationId xmlns:a16="http://schemas.microsoft.com/office/drawing/2014/main" id="{822B7D65-0F94-2D97-9504-E88C75315F87}"/>
              </a:ext>
            </a:extLst>
          </p:cNvPr>
          <p:cNvGraphicFramePr/>
          <p:nvPr>
            <p:extLst>
              <p:ext uri="{D42A27DB-BD31-4B8C-83A1-F6EECF244321}">
                <p14:modId xmlns:p14="http://schemas.microsoft.com/office/powerpoint/2010/main" val="2872396852"/>
              </p:ext>
            </p:extLst>
          </p:nvPr>
        </p:nvGraphicFramePr>
        <p:xfrm>
          <a:off x="1158516" y="4479010"/>
          <a:ext cx="3098524" cy="2238375"/>
        </p:xfrm>
        <a:graphic>
          <a:graphicData uri="http://schemas.openxmlformats.org/drawingml/2006/table">
            <a:tbl>
              <a:tblPr firstRow="1"/>
              <a:tblGrid>
                <a:gridCol w="1290044">
                  <a:extLst>
                    <a:ext uri="{9D8B030D-6E8A-4147-A177-3AD203B41FA5}">
                      <a16:colId xmlns:a16="http://schemas.microsoft.com/office/drawing/2014/main" val="20000"/>
                    </a:ext>
                  </a:extLst>
                </a:gridCol>
                <a:gridCol w="1808480">
                  <a:extLst>
                    <a:ext uri="{9D8B030D-6E8A-4147-A177-3AD203B41FA5}">
                      <a16:colId xmlns:a16="http://schemas.microsoft.com/office/drawing/2014/main" val="20001"/>
                    </a:ext>
                  </a:extLst>
                </a:gridCol>
              </a:tblGrid>
              <a:tr h="447675">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350" b="1" dirty="0">
                          <a:solidFill>
                            <a:srgbClr val="000000"/>
                          </a:solidFill>
                          <a:latin typeface="楷体"/>
                          <a:ea typeface="+mn-ea"/>
                          <a:cs typeface="楷体"/>
                        </a:rPr>
                        <a:t>模型</a:t>
                      </a:r>
                    </a:p>
                  </a:txBody>
                  <a:tcPr marL="57150" marR="57150" marT="38100" marB="38100" anchor="ctr">
                    <a:solidFill>
                      <a:srgbClr val="EEF6F1"/>
                    </a:solidFill>
                  </a:tcPr>
                </a:tc>
                <a:tc>
                  <a:txBody>
                    <a:bodyPr/>
                    <a:lstStyle/>
                    <a:p>
                      <a:pPr algn="ctr"/>
                      <a:r>
                        <a:rPr lang="en-US" altLang="zh-CN" sz="1350" b="1" dirty="0">
                          <a:solidFill>
                            <a:srgbClr val="000000"/>
                          </a:solidFill>
                          <a:latin typeface="楷体"/>
                          <a:ea typeface="楷体"/>
                          <a:cs typeface="楷体"/>
                        </a:rPr>
                        <a:t>Mean Confidence Gap</a:t>
                      </a:r>
                      <a:endParaRPr sz="1350" b="1" dirty="0">
                        <a:solidFill>
                          <a:srgbClr val="000000"/>
                        </a:solidFill>
                        <a:latin typeface="楷体"/>
                        <a:ea typeface="楷体"/>
                        <a:cs typeface="楷体"/>
                      </a:endParaRPr>
                    </a:p>
                  </a:txBody>
                  <a:tcPr marL="57150" marR="57150" marT="38100" marB="38100" anchor="ctr">
                    <a:solidFill>
                      <a:srgbClr val="EEF6F1"/>
                    </a:solidFill>
                  </a:tcPr>
                </a:tc>
                <a:extLst>
                  <a:ext uri="{0D108BD9-81ED-4DB2-BD59-A6C34878D82A}">
                    <a16:rowId xmlns:a16="http://schemas.microsoft.com/office/drawing/2014/main" val="10000"/>
                  </a:ext>
                </a:extLst>
              </a:tr>
              <a:tr h="447675">
                <a:tc>
                  <a:txBody>
                    <a:bodyPr/>
                    <a:lstStyle/>
                    <a:p>
                      <a:pPr algn="ctr"/>
                      <a:r>
                        <a:rPr lang="en-US" sz="1350" dirty="0" err="1">
                          <a:solidFill>
                            <a:srgbClr val="000000"/>
                          </a:solidFill>
                          <a:latin typeface="楷体"/>
                          <a:ea typeface="楷体"/>
                          <a:cs typeface="楷体"/>
                        </a:rPr>
                        <a:t>TabICL</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0.22075</a:t>
                      </a:r>
                      <a:endParaRPr sz="1350"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10001"/>
                  </a:ext>
                </a:extLst>
              </a:tr>
              <a:tr h="447675">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350" dirty="0" err="1">
                          <a:solidFill>
                            <a:srgbClr val="000000"/>
                          </a:solidFill>
                          <a:latin typeface="楷体"/>
                          <a:ea typeface="+mn-ea"/>
                          <a:cs typeface="楷体"/>
                        </a:rPr>
                        <a:t>TabPFN</a:t>
                      </a:r>
                      <a:endParaRPr lang="en-US" altLang="zh-CN" sz="1350" dirty="0">
                        <a:solidFill>
                          <a:srgbClr val="000000"/>
                        </a:solidFill>
                        <a:latin typeface="楷体"/>
                        <a:ea typeface="+mn-ea"/>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0.245323</a:t>
                      </a:r>
                      <a:endParaRPr sz="1350"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10002"/>
                  </a:ext>
                </a:extLst>
              </a:tr>
              <a:tr h="447675">
                <a:tc>
                  <a:txBody>
                    <a:bodyPr/>
                    <a:lstStyle/>
                    <a:p>
                      <a:pPr algn="ctr"/>
                      <a:r>
                        <a:rPr lang="en-US" sz="1350" dirty="0" err="1">
                          <a:solidFill>
                            <a:srgbClr val="000000"/>
                          </a:solidFill>
                          <a:latin typeface="楷体"/>
                          <a:ea typeface="楷体"/>
                          <a:cs typeface="楷体"/>
                        </a:rPr>
                        <a:t>LightGBM</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0.138388</a:t>
                      </a:r>
                      <a:endParaRPr sz="1350"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10003"/>
                  </a:ext>
                </a:extLst>
              </a:tr>
              <a:tr h="447675">
                <a:tc>
                  <a:txBody>
                    <a:bodyPr/>
                    <a:lstStyle/>
                    <a:p>
                      <a:pPr algn="ctr"/>
                      <a:r>
                        <a:rPr lang="en-US" sz="1350" dirty="0" err="1">
                          <a:solidFill>
                            <a:srgbClr val="000000"/>
                          </a:solidFill>
                          <a:latin typeface="楷体"/>
                          <a:ea typeface="楷体"/>
                          <a:cs typeface="楷体"/>
                        </a:rPr>
                        <a:t>XGBoost</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0.200943</a:t>
                      </a:r>
                      <a:endParaRPr sz="1350"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302226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9819C69-399D-4694-B8FD-4FEFA47FD640}"/>
              </a:ext>
            </a:extLst>
          </p:cNvPr>
          <p:cNvSpPr>
            <a:spLocks noGrp="1"/>
          </p:cNvSpPr>
          <p:nvPr/>
        </p:nvSpPr>
        <p:spPr>
          <a:xfrm>
            <a:off x="266700" y="171450"/>
            <a:ext cx="9334500" cy="685800"/>
          </a:xfrm>
          <a:prstGeom prst="rect">
            <a:avLst/>
          </a:prstGeom>
          <a:noFill/>
          <a:ln w="0">
            <a:noFill/>
            <a:prstDash val="solid"/>
          </a:ln>
        </p:spPr>
        <p:txBody>
          <a:bodyPr/>
          <a:lstStyle/>
          <a:p>
            <a:pPr>
              <a:defRPr sz="3600" b="1">
                <a:solidFill>
                  <a:srgbClr val="000000"/>
                </a:solidFill>
                <a:latin typeface="微软雅黑"/>
                <a:ea typeface="微软雅黑"/>
                <a:cs typeface="微软雅黑"/>
              </a:defRPr>
            </a:pPr>
            <a:r>
              <a:rPr lang="zh-CN" altLang="en-US" sz="3600" b="1" dirty="0">
                <a:solidFill>
                  <a:srgbClr val="000000"/>
                </a:solidFill>
                <a:latin typeface="微软雅黑"/>
                <a:ea typeface="微软雅黑"/>
                <a:cs typeface="微软雅黑"/>
              </a:rPr>
              <a:t>结果分析：错误模式</a:t>
            </a:r>
          </a:p>
        </p:txBody>
      </p:sp>
      <p:pic>
        <p:nvPicPr>
          <p:cNvPr id="8" name="图片 7"/>
          <p:cNvPicPr>
            <a:picLocks noChangeAspect="1"/>
          </p:cNvPicPr>
          <p:nvPr/>
        </p:nvPicPr>
        <p:blipFill>
          <a:blip r:embed="rId3"/>
          <a:stretch/>
        </p:blipFill>
        <p:spPr>
          <a:xfrm>
            <a:off x="972820" y="1668335"/>
            <a:ext cx="3674400" cy="3429000"/>
          </a:xfrm>
          <a:prstGeom prst="rect">
            <a:avLst/>
          </a:prstGeom>
        </p:spPr>
      </p:pic>
      <p:graphicFrame>
        <p:nvGraphicFramePr>
          <p:cNvPr id="6" name="表格 5">
            <a:extLst>
              <a:ext uri="{FF2B5EF4-FFF2-40B4-BE49-F238E27FC236}">
                <a16:creationId xmlns:a16="http://schemas.microsoft.com/office/drawing/2014/main" id="{BC873895-BC54-F595-9A32-FFC28AB9C98B}"/>
              </a:ext>
            </a:extLst>
          </p:cNvPr>
          <p:cNvGraphicFramePr/>
          <p:nvPr>
            <p:extLst>
              <p:ext uri="{D42A27DB-BD31-4B8C-83A1-F6EECF244321}">
                <p14:modId xmlns:p14="http://schemas.microsoft.com/office/powerpoint/2010/main" val="44080112"/>
              </p:ext>
            </p:extLst>
          </p:nvPr>
        </p:nvGraphicFramePr>
        <p:xfrm>
          <a:off x="5417184" y="2100770"/>
          <a:ext cx="5801996" cy="2564130"/>
        </p:xfrm>
        <a:graphic>
          <a:graphicData uri="http://schemas.openxmlformats.org/drawingml/2006/table">
            <a:tbl>
              <a:tblPr firstRow="1"/>
              <a:tblGrid>
                <a:gridCol w="1504316">
                  <a:extLst>
                    <a:ext uri="{9D8B030D-6E8A-4147-A177-3AD203B41FA5}">
                      <a16:colId xmlns:a16="http://schemas.microsoft.com/office/drawing/2014/main" val="20000"/>
                    </a:ext>
                  </a:extLst>
                </a:gridCol>
                <a:gridCol w="985520">
                  <a:extLst>
                    <a:ext uri="{9D8B030D-6E8A-4147-A177-3AD203B41FA5}">
                      <a16:colId xmlns:a16="http://schemas.microsoft.com/office/drawing/2014/main" val="20001"/>
                    </a:ext>
                  </a:extLst>
                </a:gridCol>
                <a:gridCol w="924560">
                  <a:extLst>
                    <a:ext uri="{9D8B030D-6E8A-4147-A177-3AD203B41FA5}">
                      <a16:colId xmlns:a16="http://schemas.microsoft.com/office/drawing/2014/main" val="56233533"/>
                    </a:ext>
                  </a:extLst>
                </a:gridCol>
                <a:gridCol w="762000">
                  <a:extLst>
                    <a:ext uri="{9D8B030D-6E8A-4147-A177-3AD203B41FA5}">
                      <a16:colId xmlns:a16="http://schemas.microsoft.com/office/drawing/2014/main" val="442648456"/>
                    </a:ext>
                  </a:extLst>
                </a:gridCol>
                <a:gridCol w="833120">
                  <a:extLst>
                    <a:ext uri="{9D8B030D-6E8A-4147-A177-3AD203B41FA5}">
                      <a16:colId xmlns:a16="http://schemas.microsoft.com/office/drawing/2014/main" val="3475146939"/>
                    </a:ext>
                  </a:extLst>
                </a:gridCol>
                <a:gridCol w="792480">
                  <a:extLst>
                    <a:ext uri="{9D8B030D-6E8A-4147-A177-3AD203B41FA5}">
                      <a16:colId xmlns:a16="http://schemas.microsoft.com/office/drawing/2014/main" val="162827649"/>
                    </a:ext>
                  </a:extLst>
                </a:gridCol>
              </a:tblGrid>
              <a:tr h="447675">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350" b="1" dirty="0">
                          <a:solidFill>
                            <a:srgbClr val="000000"/>
                          </a:solidFill>
                          <a:latin typeface="楷体"/>
                          <a:ea typeface="+mn-ea"/>
                          <a:cs typeface="楷体"/>
                        </a:rPr>
                        <a:t>数据集</a:t>
                      </a:r>
                      <a:r>
                        <a:rPr lang="en-US" altLang="zh-CN" sz="1350" b="1" dirty="0">
                          <a:solidFill>
                            <a:srgbClr val="000000"/>
                          </a:solidFill>
                          <a:latin typeface="楷体"/>
                          <a:ea typeface="+mn-ea"/>
                          <a:cs typeface="楷体"/>
                        </a:rPr>
                        <a:t>(</a:t>
                      </a:r>
                      <a:r>
                        <a:rPr lang="zh-CN" altLang="en-US" sz="1350" b="1" dirty="0">
                          <a:solidFill>
                            <a:srgbClr val="000000"/>
                          </a:solidFill>
                          <a:latin typeface="楷体"/>
                          <a:ea typeface="+mn-ea"/>
                          <a:cs typeface="楷体"/>
                        </a:rPr>
                        <a:t>特征数</a:t>
                      </a:r>
                      <a:r>
                        <a:rPr lang="en-US" altLang="zh-CN" sz="1350" b="1" dirty="0">
                          <a:solidFill>
                            <a:srgbClr val="000000"/>
                          </a:solidFill>
                          <a:latin typeface="楷体"/>
                          <a:ea typeface="+mn-ea"/>
                          <a:cs typeface="楷体"/>
                        </a:rPr>
                        <a:t>)</a:t>
                      </a:r>
                      <a:endParaRPr lang="zh-CN" altLang="en-US" sz="1350" b="1" dirty="0">
                        <a:solidFill>
                          <a:srgbClr val="000000"/>
                        </a:solidFill>
                        <a:latin typeface="楷体"/>
                        <a:ea typeface="+mn-ea"/>
                        <a:cs typeface="楷体"/>
                      </a:endParaRPr>
                    </a:p>
                  </a:txBody>
                  <a:tcPr marL="57150" marR="57150" marT="38100" marB="38100" anchor="ctr">
                    <a:solidFill>
                      <a:srgbClr val="EEF6F1"/>
                    </a:solidFill>
                  </a:tcPr>
                </a:tc>
                <a:tc>
                  <a:txBody>
                    <a:bodyPr/>
                    <a:lstStyle/>
                    <a:p>
                      <a:pPr algn="ctr"/>
                      <a:r>
                        <a:rPr lang="zh-CN" altLang="en-US" sz="1350" b="1" dirty="0">
                          <a:solidFill>
                            <a:srgbClr val="000000"/>
                          </a:solidFill>
                          <a:latin typeface="楷体"/>
                          <a:ea typeface="楷体"/>
                          <a:cs typeface="楷体"/>
                        </a:rPr>
                        <a:t>混淆</a:t>
                      </a:r>
                      <a:endParaRPr sz="1350" b="1" dirty="0">
                        <a:solidFill>
                          <a:srgbClr val="000000"/>
                        </a:solidFill>
                        <a:latin typeface="楷体"/>
                        <a:ea typeface="楷体"/>
                        <a:cs typeface="楷体"/>
                      </a:endParaRPr>
                    </a:p>
                  </a:txBody>
                  <a:tcPr marL="57150" marR="57150" marT="38100" marB="38100" anchor="ctr">
                    <a:solidFill>
                      <a:srgbClr val="EEF6F1"/>
                    </a:solidFill>
                  </a:tcPr>
                </a:tc>
                <a:tc>
                  <a:txBody>
                    <a:bodyPr/>
                    <a:lstStyle/>
                    <a:p>
                      <a:pPr algn="ctr"/>
                      <a:r>
                        <a:rPr lang="en-US" altLang="zh-CN" sz="1350" b="1" dirty="0" err="1">
                          <a:solidFill>
                            <a:srgbClr val="000000"/>
                          </a:solidFill>
                          <a:latin typeface="楷体"/>
                          <a:ea typeface="楷体"/>
                          <a:cs typeface="楷体"/>
                        </a:rPr>
                        <a:t>LightGBM</a:t>
                      </a:r>
                      <a:endParaRPr sz="1350" b="1" dirty="0">
                        <a:solidFill>
                          <a:srgbClr val="000000"/>
                        </a:solidFill>
                        <a:latin typeface="楷体"/>
                        <a:ea typeface="楷体"/>
                        <a:cs typeface="楷体"/>
                      </a:endParaRPr>
                    </a:p>
                  </a:txBody>
                  <a:tcPr marL="57150" marR="57150" marT="38100" marB="38100" anchor="ctr">
                    <a:solidFill>
                      <a:srgbClr val="EEF6F1"/>
                    </a:solidFill>
                  </a:tcPr>
                </a:tc>
                <a:tc>
                  <a:txBody>
                    <a:bodyPr/>
                    <a:lstStyle/>
                    <a:p>
                      <a:pPr algn="ctr"/>
                      <a:r>
                        <a:rPr lang="en-US" altLang="zh-CN" sz="1350" b="1" dirty="0" err="1">
                          <a:solidFill>
                            <a:srgbClr val="000000"/>
                          </a:solidFill>
                          <a:latin typeface="楷体"/>
                          <a:ea typeface="楷体"/>
                          <a:cs typeface="楷体"/>
                        </a:rPr>
                        <a:t>TabICL</a:t>
                      </a:r>
                      <a:endParaRPr sz="1350" b="1" dirty="0">
                        <a:solidFill>
                          <a:srgbClr val="000000"/>
                        </a:solidFill>
                        <a:latin typeface="楷体"/>
                        <a:ea typeface="楷体"/>
                        <a:cs typeface="楷体"/>
                      </a:endParaRPr>
                    </a:p>
                  </a:txBody>
                  <a:tcPr marL="57150" marR="57150" marT="38100" marB="38100" anchor="ctr">
                    <a:solidFill>
                      <a:srgbClr val="EEF6F1"/>
                    </a:solidFill>
                  </a:tcPr>
                </a:tc>
                <a:tc>
                  <a:txBody>
                    <a:bodyPr/>
                    <a:lstStyle/>
                    <a:p>
                      <a:pPr algn="ctr"/>
                      <a:r>
                        <a:rPr lang="en-US" altLang="zh-CN" sz="1350" b="1" dirty="0" err="1">
                          <a:solidFill>
                            <a:srgbClr val="000000"/>
                          </a:solidFill>
                          <a:latin typeface="楷体"/>
                          <a:ea typeface="楷体"/>
                          <a:cs typeface="楷体"/>
                        </a:rPr>
                        <a:t>TabPFN</a:t>
                      </a:r>
                      <a:endParaRPr sz="1350" b="1" dirty="0">
                        <a:solidFill>
                          <a:srgbClr val="000000"/>
                        </a:solidFill>
                        <a:latin typeface="楷体"/>
                        <a:ea typeface="楷体"/>
                        <a:cs typeface="楷体"/>
                      </a:endParaRPr>
                    </a:p>
                  </a:txBody>
                  <a:tcPr marL="57150" marR="57150" marT="38100" marB="38100" anchor="ctr">
                    <a:solidFill>
                      <a:srgbClr val="EEF6F1"/>
                    </a:solidFill>
                  </a:tcPr>
                </a:tc>
                <a:tc>
                  <a:txBody>
                    <a:bodyPr/>
                    <a:lstStyle/>
                    <a:p>
                      <a:pPr algn="ctr"/>
                      <a:r>
                        <a:rPr lang="en-US" altLang="zh-CN" sz="1350" b="1" dirty="0" err="1">
                          <a:solidFill>
                            <a:srgbClr val="000000"/>
                          </a:solidFill>
                          <a:latin typeface="楷体"/>
                          <a:ea typeface="楷体"/>
                          <a:cs typeface="楷体"/>
                        </a:rPr>
                        <a:t>XGBoost</a:t>
                      </a:r>
                      <a:endParaRPr sz="1350" b="1" dirty="0">
                        <a:solidFill>
                          <a:srgbClr val="000000"/>
                        </a:solidFill>
                        <a:latin typeface="楷体"/>
                        <a:ea typeface="楷体"/>
                        <a:cs typeface="楷体"/>
                      </a:endParaRPr>
                    </a:p>
                  </a:txBody>
                  <a:tcPr marL="57150" marR="57150" marT="38100" marB="38100" anchor="ctr">
                    <a:solidFill>
                      <a:srgbClr val="EEF6F1"/>
                    </a:solidFill>
                  </a:tcPr>
                </a:tc>
                <a:extLst>
                  <a:ext uri="{0D108BD9-81ED-4DB2-BD59-A6C34878D82A}">
                    <a16:rowId xmlns:a16="http://schemas.microsoft.com/office/drawing/2014/main" val="10000"/>
                  </a:ext>
                </a:extLst>
              </a:tr>
              <a:tr h="447675">
                <a:tc>
                  <a:txBody>
                    <a:bodyPr/>
                    <a:lstStyle/>
                    <a:p>
                      <a:pPr algn="ctr"/>
                      <a:r>
                        <a:rPr lang="en-US" altLang="zh-CN" sz="1400">
                          <a:solidFill>
                            <a:srgbClr val="000000"/>
                          </a:solidFill>
                          <a:latin typeface="楷体"/>
                          <a:ea typeface="+mn-ea"/>
                          <a:cs typeface="楷体"/>
                        </a:rPr>
                        <a:t>morphological(6)</a:t>
                      </a:r>
                    </a:p>
                  </a:txBody>
                  <a:tcPr marL="57150" marR="57150" marT="38100" marB="38100" anchor="ctr"/>
                </a:tc>
                <a:tc>
                  <a:txBody>
                    <a:bodyPr/>
                    <a:lstStyle/>
                    <a:p>
                      <a:pPr algn="ctr"/>
                      <a:r>
                        <a:rPr lang="en-US" sz="1350" dirty="0">
                          <a:solidFill>
                            <a:srgbClr val="000000"/>
                          </a:solidFill>
                          <a:latin typeface="楷体"/>
                          <a:ea typeface="楷体"/>
                          <a:cs typeface="楷体"/>
                        </a:rPr>
                        <a:t>7</a:t>
                      </a:r>
                      <a:r>
                        <a:rPr lang="zh-CN" altLang="en-US" sz="1350" dirty="0">
                          <a:solidFill>
                            <a:srgbClr val="000000"/>
                          </a:solidFill>
                          <a:latin typeface="楷体"/>
                          <a:ea typeface="楷体"/>
                          <a:cs typeface="楷体"/>
                        </a:rPr>
                        <a:t>→</a:t>
                      </a:r>
                      <a:r>
                        <a:rPr lang="en-US" altLang="zh-CN" sz="1350" dirty="0">
                          <a:solidFill>
                            <a:srgbClr val="000000"/>
                          </a:solidFill>
                          <a:latin typeface="楷体"/>
                          <a:ea typeface="楷体"/>
                          <a:cs typeface="楷体"/>
                        </a:rPr>
                        <a:t>10</a:t>
                      </a:r>
                    </a:p>
                    <a:p>
                      <a:pPr algn="ctr"/>
                      <a:r>
                        <a:rPr lang="en-US" sz="1350" dirty="0">
                          <a:solidFill>
                            <a:srgbClr val="000000"/>
                          </a:solidFill>
                          <a:latin typeface="楷体"/>
                          <a:ea typeface="楷体"/>
                          <a:cs typeface="楷体"/>
                        </a:rPr>
                        <a:t>10</a:t>
                      </a:r>
                      <a:r>
                        <a:rPr lang="zh-CN" altLang="en-US" sz="1350" dirty="0">
                          <a:solidFill>
                            <a:srgbClr val="000000"/>
                          </a:solidFill>
                          <a:latin typeface="楷体"/>
                          <a:ea typeface="+mn-ea"/>
                          <a:cs typeface="楷体"/>
                        </a:rPr>
                        <a:t>→</a:t>
                      </a:r>
                      <a:r>
                        <a:rPr lang="en-US" altLang="zh-CN" sz="1350" dirty="0">
                          <a:solidFill>
                            <a:srgbClr val="000000"/>
                          </a:solidFill>
                          <a:latin typeface="楷体"/>
                          <a:ea typeface="+mn-ea"/>
                          <a:cs typeface="楷体"/>
                        </a:rPr>
                        <a:t>7</a:t>
                      </a:r>
                    </a:p>
                    <a:p>
                      <a:pPr algn="ctr"/>
                      <a:r>
                        <a:rPr lang="en-US" sz="1350" dirty="0">
                          <a:solidFill>
                            <a:srgbClr val="000000"/>
                          </a:solidFill>
                          <a:latin typeface="楷体"/>
                          <a:ea typeface="+mn-ea"/>
                          <a:cs typeface="楷体"/>
                        </a:rPr>
                        <a:t>4</a:t>
                      </a:r>
                      <a:r>
                        <a:rPr lang="zh-CN" altLang="en-US" sz="1350" dirty="0">
                          <a:solidFill>
                            <a:srgbClr val="000000"/>
                          </a:solidFill>
                          <a:latin typeface="楷体"/>
                          <a:ea typeface="+mn-ea"/>
                          <a:cs typeface="楷体"/>
                        </a:rPr>
                        <a:t>→</a:t>
                      </a:r>
                      <a:r>
                        <a:rPr lang="en-US" altLang="zh-CN" sz="1350" dirty="0">
                          <a:solidFill>
                            <a:srgbClr val="000000"/>
                          </a:solidFill>
                          <a:latin typeface="楷体"/>
                          <a:ea typeface="+mn-ea"/>
                          <a:cs typeface="楷体"/>
                        </a:rPr>
                        <a:t>5</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30</a:t>
                      </a:r>
                    </a:p>
                    <a:p>
                      <a:pPr algn="ctr"/>
                      <a:r>
                        <a:rPr lang="en-US" sz="1350" dirty="0">
                          <a:solidFill>
                            <a:srgbClr val="000000"/>
                          </a:solidFill>
                          <a:latin typeface="楷体"/>
                          <a:ea typeface="楷体"/>
                          <a:cs typeface="楷体"/>
                        </a:rPr>
                        <a:t>26</a:t>
                      </a:r>
                    </a:p>
                    <a:p>
                      <a:pPr algn="ctr"/>
                      <a:r>
                        <a:rPr lang="en-US" sz="1350" dirty="0">
                          <a:solidFill>
                            <a:srgbClr val="000000"/>
                          </a:solidFill>
                          <a:latin typeface="楷体"/>
                          <a:ea typeface="楷体"/>
                          <a:cs typeface="楷体"/>
                        </a:rPr>
                        <a:t>8</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11</a:t>
                      </a:r>
                    </a:p>
                    <a:p>
                      <a:pPr algn="ctr"/>
                      <a:r>
                        <a:rPr lang="en-US" sz="1350" dirty="0">
                          <a:solidFill>
                            <a:srgbClr val="000000"/>
                          </a:solidFill>
                          <a:latin typeface="楷体"/>
                          <a:ea typeface="楷体"/>
                          <a:cs typeface="楷体"/>
                        </a:rPr>
                        <a:t>30</a:t>
                      </a:r>
                    </a:p>
                    <a:p>
                      <a:pPr algn="ctr"/>
                      <a:r>
                        <a:rPr lang="en-US" sz="1350" dirty="0">
                          <a:solidFill>
                            <a:srgbClr val="000000"/>
                          </a:solidFill>
                          <a:latin typeface="楷体"/>
                          <a:ea typeface="楷体"/>
                          <a:cs typeface="楷体"/>
                        </a:rPr>
                        <a:t>7</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12</a:t>
                      </a:r>
                    </a:p>
                    <a:p>
                      <a:pPr algn="ctr"/>
                      <a:r>
                        <a:rPr lang="en-US" sz="1350" dirty="0">
                          <a:solidFill>
                            <a:srgbClr val="000000"/>
                          </a:solidFill>
                          <a:latin typeface="楷体"/>
                          <a:ea typeface="楷体"/>
                          <a:cs typeface="楷体"/>
                        </a:rPr>
                        <a:t>29</a:t>
                      </a:r>
                    </a:p>
                    <a:p>
                      <a:pPr algn="ctr"/>
                      <a:r>
                        <a:rPr lang="en-US" sz="1350" dirty="0">
                          <a:solidFill>
                            <a:srgbClr val="000000"/>
                          </a:solidFill>
                          <a:latin typeface="楷体"/>
                          <a:ea typeface="楷体"/>
                          <a:cs typeface="楷体"/>
                        </a:rPr>
                        <a:t>7</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28</a:t>
                      </a:r>
                    </a:p>
                    <a:p>
                      <a:pPr algn="ctr"/>
                      <a:r>
                        <a:rPr lang="en-US" sz="1350" dirty="0">
                          <a:solidFill>
                            <a:srgbClr val="000000"/>
                          </a:solidFill>
                          <a:latin typeface="楷体"/>
                          <a:ea typeface="楷体"/>
                          <a:cs typeface="楷体"/>
                        </a:rPr>
                        <a:t>26</a:t>
                      </a:r>
                    </a:p>
                    <a:p>
                      <a:pPr algn="ctr"/>
                      <a:r>
                        <a:rPr lang="en-US" sz="1350" dirty="0">
                          <a:solidFill>
                            <a:srgbClr val="000000"/>
                          </a:solidFill>
                          <a:latin typeface="楷体"/>
                          <a:ea typeface="楷体"/>
                          <a:cs typeface="楷体"/>
                        </a:rPr>
                        <a:t>9</a:t>
                      </a:r>
                      <a:endParaRPr sz="1350"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10001"/>
                  </a:ext>
                </a:extLst>
              </a:tr>
              <a:tr h="447675">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altLang="zh-CN" sz="1350" dirty="0" err="1">
                          <a:solidFill>
                            <a:srgbClr val="000000"/>
                          </a:solidFill>
                          <a:latin typeface="楷体"/>
                          <a:ea typeface="+mn-ea"/>
                          <a:cs typeface="楷体"/>
                        </a:rPr>
                        <a:t>zernike</a:t>
                      </a:r>
                      <a:r>
                        <a:rPr lang="en-US" altLang="zh-CN" sz="1350" dirty="0">
                          <a:solidFill>
                            <a:srgbClr val="000000"/>
                          </a:solidFill>
                          <a:latin typeface="楷体"/>
                          <a:ea typeface="+mn-ea"/>
                          <a:cs typeface="楷体"/>
                        </a:rPr>
                        <a:t>(47)</a:t>
                      </a:r>
                    </a:p>
                  </a:txBody>
                  <a:tcPr marL="57150" marR="57150" marT="38100" marB="38100" anchor="ctr"/>
                </a:tc>
                <a:tc>
                  <a:txBody>
                    <a:bodyPr/>
                    <a:lstStyle/>
                    <a:p>
                      <a:pPr algn="ctr"/>
                      <a:r>
                        <a:rPr lang="en-US" sz="1350" dirty="0">
                          <a:solidFill>
                            <a:srgbClr val="000000"/>
                          </a:solidFill>
                          <a:latin typeface="楷体"/>
                          <a:ea typeface="楷体"/>
                          <a:cs typeface="楷体"/>
                        </a:rPr>
                        <a:t>10</a:t>
                      </a:r>
                      <a:r>
                        <a:rPr lang="zh-CN" altLang="en-US" sz="1350" dirty="0">
                          <a:solidFill>
                            <a:srgbClr val="000000"/>
                          </a:solidFill>
                          <a:latin typeface="楷体"/>
                          <a:ea typeface="+mn-ea"/>
                          <a:cs typeface="楷体"/>
                        </a:rPr>
                        <a:t>→</a:t>
                      </a:r>
                      <a:r>
                        <a:rPr lang="en-US" altLang="zh-CN" sz="1350" dirty="0">
                          <a:solidFill>
                            <a:srgbClr val="000000"/>
                          </a:solidFill>
                          <a:latin typeface="楷体"/>
                          <a:ea typeface="+mn-ea"/>
                          <a:cs typeface="楷体"/>
                        </a:rPr>
                        <a:t>7</a:t>
                      </a:r>
                    </a:p>
                    <a:p>
                      <a:pPr algn="ctr"/>
                      <a:r>
                        <a:rPr lang="en-US" sz="1350" dirty="0">
                          <a:solidFill>
                            <a:srgbClr val="000000"/>
                          </a:solidFill>
                          <a:latin typeface="楷体"/>
                          <a:ea typeface="+mn-ea"/>
                          <a:cs typeface="楷体"/>
                        </a:rPr>
                        <a:t>7</a:t>
                      </a:r>
                      <a:r>
                        <a:rPr lang="zh-CN" altLang="en-US" sz="1350" dirty="0">
                          <a:solidFill>
                            <a:srgbClr val="000000"/>
                          </a:solidFill>
                          <a:latin typeface="楷体"/>
                          <a:ea typeface="+mn-ea"/>
                          <a:cs typeface="楷体"/>
                        </a:rPr>
                        <a:t>→</a:t>
                      </a:r>
                      <a:r>
                        <a:rPr lang="en-US" altLang="zh-CN" sz="1350" dirty="0">
                          <a:solidFill>
                            <a:srgbClr val="000000"/>
                          </a:solidFill>
                          <a:latin typeface="楷体"/>
                          <a:ea typeface="+mn-ea"/>
                          <a:cs typeface="楷体"/>
                        </a:rPr>
                        <a:t>10</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30</a:t>
                      </a:r>
                    </a:p>
                    <a:p>
                      <a:pPr algn="ctr"/>
                      <a:r>
                        <a:rPr lang="en-US" sz="1350" dirty="0">
                          <a:solidFill>
                            <a:srgbClr val="000000"/>
                          </a:solidFill>
                          <a:latin typeface="楷体"/>
                          <a:ea typeface="楷体"/>
                          <a:cs typeface="楷体"/>
                        </a:rPr>
                        <a:t>24</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15</a:t>
                      </a:r>
                    </a:p>
                    <a:p>
                      <a:pPr algn="ctr"/>
                      <a:r>
                        <a:rPr lang="en-US" sz="1350" dirty="0">
                          <a:solidFill>
                            <a:srgbClr val="000000"/>
                          </a:solidFill>
                          <a:latin typeface="楷体"/>
                          <a:ea typeface="楷体"/>
                          <a:cs typeface="楷体"/>
                        </a:rPr>
                        <a:t>12</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29</a:t>
                      </a:r>
                    </a:p>
                    <a:p>
                      <a:pPr algn="ctr"/>
                      <a:r>
                        <a:rPr lang="en-US" sz="1350" dirty="0">
                          <a:solidFill>
                            <a:srgbClr val="000000"/>
                          </a:solidFill>
                          <a:latin typeface="楷体"/>
                          <a:ea typeface="楷体"/>
                          <a:cs typeface="楷体"/>
                        </a:rPr>
                        <a:t>21</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27</a:t>
                      </a:r>
                    </a:p>
                    <a:p>
                      <a:pPr algn="ctr"/>
                      <a:r>
                        <a:rPr lang="en-US" sz="1350" dirty="0">
                          <a:solidFill>
                            <a:srgbClr val="000000"/>
                          </a:solidFill>
                          <a:latin typeface="楷体"/>
                          <a:ea typeface="楷体"/>
                          <a:cs typeface="楷体"/>
                        </a:rPr>
                        <a:t>23</a:t>
                      </a:r>
                      <a:endParaRPr sz="1350"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10002"/>
                  </a:ext>
                </a:extLst>
              </a:tr>
              <a:tr h="447675">
                <a:tc>
                  <a:txBody>
                    <a:bodyPr/>
                    <a:lstStyle/>
                    <a:p>
                      <a:pPr algn="ctr"/>
                      <a:r>
                        <a:rPr lang="en-US" sz="1350" dirty="0" err="1">
                          <a:solidFill>
                            <a:srgbClr val="000000"/>
                          </a:solidFill>
                          <a:latin typeface="楷体"/>
                          <a:ea typeface="楷体"/>
                          <a:cs typeface="楷体"/>
                        </a:rPr>
                        <a:t>fourier</a:t>
                      </a:r>
                      <a:r>
                        <a:rPr lang="en-US" sz="1350" dirty="0">
                          <a:solidFill>
                            <a:srgbClr val="000000"/>
                          </a:solidFill>
                          <a:latin typeface="楷体"/>
                          <a:ea typeface="楷体"/>
                          <a:cs typeface="楷体"/>
                        </a:rPr>
                        <a:t>(76)</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10</a:t>
                      </a:r>
                      <a:r>
                        <a:rPr lang="zh-CN" altLang="en-US" sz="1350" dirty="0">
                          <a:solidFill>
                            <a:srgbClr val="000000"/>
                          </a:solidFill>
                          <a:latin typeface="楷体"/>
                          <a:ea typeface="+mn-ea"/>
                          <a:cs typeface="楷体"/>
                        </a:rPr>
                        <a:t>→</a:t>
                      </a:r>
                      <a:r>
                        <a:rPr lang="en-US" altLang="zh-CN" sz="1350" dirty="0">
                          <a:solidFill>
                            <a:srgbClr val="000000"/>
                          </a:solidFill>
                          <a:latin typeface="楷体"/>
                          <a:ea typeface="+mn-ea"/>
                          <a:cs typeface="楷体"/>
                        </a:rPr>
                        <a:t>7</a:t>
                      </a:r>
                    </a:p>
                    <a:p>
                      <a:pPr algn="ctr"/>
                      <a:r>
                        <a:rPr lang="en-US" sz="1350" dirty="0">
                          <a:solidFill>
                            <a:srgbClr val="000000"/>
                          </a:solidFill>
                          <a:latin typeface="楷体"/>
                          <a:ea typeface="+mn-ea"/>
                          <a:cs typeface="楷体"/>
                        </a:rPr>
                        <a:t>7</a:t>
                      </a:r>
                      <a:r>
                        <a:rPr lang="zh-CN" altLang="en-US" sz="1350" dirty="0">
                          <a:solidFill>
                            <a:srgbClr val="000000"/>
                          </a:solidFill>
                          <a:latin typeface="楷体"/>
                          <a:ea typeface="+mn-ea"/>
                          <a:cs typeface="楷体"/>
                        </a:rPr>
                        <a:t>→</a:t>
                      </a:r>
                      <a:r>
                        <a:rPr lang="en-US" altLang="zh-CN" sz="1350" dirty="0">
                          <a:solidFill>
                            <a:srgbClr val="000000"/>
                          </a:solidFill>
                          <a:latin typeface="楷体"/>
                          <a:ea typeface="+mn-ea"/>
                          <a:cs typeface="楷体"/>
                        </a:rPr>
                        <a:t>10</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17</a:t>
                      </a:r>
                    </a:p>
                    <a:p>
                      <a:pPr algn="ctr"/>
                      <a:r>
                        <a:rPr lang="en-US" sz="1350" dirty="0">
                          <a:solidFill>
                            <a:srgbClr val="000000"/>
                          </a:solidFill>
                          <a:latin typeface="楷体"/>
                          <a:ea typeface="楷体"/>
                          <a:cs typeface="楷体"/>
                        </a:rPr>
                        <a:t>13</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10</a:t>
                      </a:r>
                    </a:p>
                    <a:p>
                      <a:pPr algn="ctr"/>
                      <a:r>
                        <a:rPr lang="en-US" sz="1350" dirty="0">
                          <a:solidFill>
                            <a:srgbClr val="000000"/>
                          </a:solidFill>
                          <a:latin typeface="楷体"/>
                          <a:ea typeface="楷体"/>
                          <a:cs typeface="楷体"/>
                        </a:rPr>
                        <a:t>8</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10</a:t>
                      </a:r>
                    </a:p>
                    <a:p>
                      <a:pPr algn="ctr"/>
                      <a:r>
                        <a:rPr lang="en-US" sz="1350" dirty="0">
                          <a:solidFill>
                            <a:srgbClr val="000000"/>
                          </a:solidFill>
                          <a:latin typeface="楷体"/>
                          <a:ea typeface="楷体"/>
                          <a:cs typeface="楷体"/>
                        </a:rPr>
                        <a:t>8</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17</a:t>
                      </a:r>
                    </a:p>
                    <a:p>
                      <a:pPr algn="ctr"/>
                      <a:r>
                        <a:rPr lang="en-US" sz="1350" dirty="0">
                          <a:solidFill>
                            <a:srgbClr val="000000"/>
                          </a:solidFill>
                          <a:latin typeface="楷体"/>
                          <a:ea typeface="楷体"/>
                          <a:cs typeface="楷体"/>
                        </a:rPr>
                        <a:t>11</a:t>
                      </a:r>
                      <a:endParaRPr sz="1350"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10003"/>
                  </a:ext>
                </a:extLst>
              </a:tr>
              <a:tr h="447675">
                <a:tc>
                  <a:txBody>
                    <a:bodyPr/>
                    <a:lstStyle/>
                    <a:p>
                      <a:pPr algn="ctr"/>
                      <a:r>
                        <a:rPr lang="en-US" sz="1350" dirty="0">
                          <a:solidFill>
                            <a:srgbClr val="000000"/>
                          </a:solidFill>
                          <a:latin typeface="楷体"/>
                          <a:ea typeface="楷体"/>
                          <a:cs typeface="楷体"/>
                        </a:rPr>
                        <a:t>pixel(240)</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8</a:t>
                      </a:r>
                      <a:r>
                        <a:rPr lang="zh-CN" altLang="en-US" sz="1350" dirty="0">
                          <a:solidFill>
                            <a:srgbClr val="000000"/>
                          </a:solidFill>
                          <a:latin typeface="楷体"/>
                          <a:ea typeface="+mn-ea"/>
                          <a:cs typeface="楷体"/>
                        </a:rPr>
                        <a:t>→</a:t>
                      </a:r>
                      <a:r>
                        <a:rPr lang="en-US" altLang="zh-CN" sz="1350" dirty="0">
                          <a:solidFill>
                            <a:srgbClr val="000000"/>
                          </a:solidFill>
                          <a:latin typeface="楷体"/>
                          <a:ea typeface="+mn-ea"/>
                          <a:cs typeface="楷体"/>
                        </a:rPr>
                        <a:t>10</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3</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1</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2</a:t>
                      </a:r>
                      <a:endParaRPr sz="1350" dirty="0">
                        <a:solidFill>
                          <a:srgbClr val="000000"/>
                        </a:solidFill>
                        <a:latin typeface="楷体"/>
                        <a:ea typeface="楷体"/>
                        <a:cs typeface="楷体"/>
                      </a:endParaRPr>
                    </a:p>
                  </a:txBody>
                  <a:tcPr marL="57150" marR="57150" marT="38100" marB="38100" anchor="ctr"/>
                </a:tc>
                <a:tc>
                  <a:txBody>
                    <a:bodyPr/>
                    <a:lstStyle/>
                    <a:p>
                      <a:pPr algn="ctr"/>
                      <a:r>
                        <a:rPr lang="en-US" sz="1350" dirty="0">
                          <a:solidFill>
                            <a:srgbClr val="000000"/>
                          </a:solidFill>
                          <a:latin typeface="楷体"/>
                          <a:ea typeface="楷体"/>
                          <a:cs typeface="楷体"/>
                        </a:rPr>
                        <a:t>2</a:t>
                      </a:r>
                      <a:endParaRPr sz="1350"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10004"/>
                  </a:ext>
                </a:extLst>
              </a:tr>
            </a:tbl>
          </a:graphicData>
        </a:graphic>
      </p:graphicFrame>
      <p:sp>
        <p:nvSpPr>
          <p:cNvPr id="7" name="文本框 6">
            <a:extLst>
              <a:ext uri="{FF2B5EF4-FFF2-40B4-BE49-F238E27FC236}">
                <a16:creationId xmlns:a16="http://schemas.microsoft.com/office/drawing/2014/main" id="{D1DC08F7-3FDF-4750-9FED-6F0977F0913E}"/>
              </a:ext>
            </a:extLst>
          </p:cNvPr>
          <p:cNvSpPr txBox="1"/>
          <p:nvPr/>
        </p:nvSpPr>
        <p:spPr>
          <a:xfrm>
            <a:off x="972820" y="1360556"/>
            <a:ext cx="7802136" cy="400110"/>
          </a:xfrm>
          <a:prstGeom prst="rect">
            <a:avLst/>
          </a:prstGeom>
          <a:noFill/>
        </p:spPr>
        <p:txBody>
          <a:bodyPr wrap="none" rtlCol="0">
            <a:spAutoFit/>
          </a:bodyPr>
          <a:lstStyle/>
          <a:p>
            <a:r>
              <a:rPr lang="en-US" altLang="zh-CN" sz="2000" b="1" dirty="0" err="1">
                <a:solidFill>
                  <a:srgbClr val="000000"/>
                </a:solidFill>
                <a:latin typeface="楷体"/>
                <a:cs typeface="楷体"/>
              </a:rPr>
              <a:t>mfeat</a:t>
            </a:r>
            <a:r>
              <a:rPr lang="zh-CN" altLang="en-US" sz="2000" b="1" dirty="0">
                <a:solidFill>
                  <a:srgbClr val="000000"/>
                </a:solidFill>
                <a:latin typeface="楷体"/>
                <a:cs typeface="楷体"/>
              </a:rPr>
              <a:t>数据集中的类别混淆更多来自特征表达，而非单一模型缺陷。</a:t>
            </a:r>
          </a:p>
        </p:txBody>
      </p:sp>
      <p:sp>
        <p:nvSpPr>
          <p:cNvPr id="10" name="文本框 9">
            <a:extLst>
              <a:ext uri="{FF2B5EF4-FFF2-40B4-BE49-F238E27FC236}">
                <a16:creationId xmlns:a16="http://schemas.microsoft.com/office/drawing/2014/main" id="{1509002E-2522-BC21-C1BE-DC8CCD7E2F06}"/>
              </a:ext>
            </a:extLst>
          </p:cNvPr>
          <p:cNvSpPr txBox="1"/>
          <p:nvPr/>
        </p:nvSpPr>
        <p:spPr>
          <a:xfrm>
            <a:off x="1043940" y="5405114"/>
            <a:ext cx="6647974" cy="369332"/>
          </a:xfrm>
          <a:prstGeom prst="rect">
            <a:avLst/>
          </a:prstGeom>
          <a:noFill/>
        </p:spPr>
        <p:txBody>
          <a:bodyPr wrap="none" rtlCol="0">
            <a:spAutoFit/>
          </a:bodyPr>
          <a:lstStyle/>
          <a:p>
            <a:r>
              <a:rPr lang="zh-CN" altLang="zh-CN" dirty="0"/>
              <a:t>低维特征会导致重复类别混淆，高维特征能明显缓解这一问题。</a:t>
            </a:r>
            <a:endParaRPr lang="zh-CN" altLang="en-US" dirty="0"/>
          </a:p>
        </p:txBody>
      </p:sp>
    </p:spTree>
    <p:extLst>
      <p:ext uri="{BB962C8B-B14F-4D97-AF65-F5344CB8AC3E}">
        <p14:creationId xmlns:p14="http://schemas.microsoft.com/office/powerpoint/2010/main" val="12789833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6530DE9C-089A-4E87-9E38-C33627BEA18C}"/>
              </a:ext>
            </a:extLst>
          </p:cNvPr>
          <p:cNvSpPr>
            <a:spLocks noGrp="1"/>
          </p:cNvSpPr>
          <p:nvPr/>
        </p:nvSpPr>
        <p:spPr>
          <a:xfrm>
            <a:off x="266700" y="171450"/>
            <a:ext cx="9334500" cy="685800"/>
          </a:xfrm>
          <a:prstGeom prst="rect">
            <a:avLst/>
          </a:prstGeom>
          <a:noFill/>
          <a:ln w="0">
            <a:noFill/>
            <a:prstDash val="solid"/>
          </a:ln>
        </p:spPr>
        <p:txBody>
          <a:bodyPr/>
          <a:lstStyle/>
          <a:p>
            <a:pPr>
              <a:defRPr sz="3600" b="1">
                <a:solidFill>
                  <a:srgbClr val="000000"/>
                </a:solidFill>
                <a:latin typeface="微软雅黑"/>
                <a:ea typeface="微软雅黑"/>
                <a:cs typeface="微软雅黑"/>
              </a:defRPr>
            </a:pPr>
            <a:r>
              <a:rPr sz="3600" b="1">
                <a:solidFill>
                  <a:srgbClr val="000000"/>
                </a:solidFill>
                <a:latin typeface="微软雅黑"/>
                <a:ea typeface="微软雅黑"/>
                <a:cs typeface="微软雅黑"/>
              </a:rPr>
              <a:t>总结与展望</a:t>
            </a:r>
          </a:p>
        </p:txBody>
      </p:sp>
      <p:sp>
        <p:nvSpPr>
          <p:cNvPr id="8" name="文本框 7">
            <a:extLst>
              <a:ext uri="{FF2B5EF4-FFF2-40B4-BE49-F238E27FC236}">
                <a16:creationId xmlns:a16="http://schemas.microsoft.com/office/drawing/2014/main" id="{AE835F7D-0DF4-574C-5788-9850427D9158}"/>
              </a:ext>
            </a:extLst>
          </p:cNvPr>
          <p:cNvSpPr txBox="1"/>
          <p:nvPr/>
        </p:nvSpPr>
        <p:spPr>
          <a:xfrm>
            <a:off x="1428750" y="1637475"/>
            <a:ext cx="9334500" cy="4154984"/>
          </a:xfrm>
          <a:prstGeom prst="rect">
            <a:avLst/>
          </a:prstGeom>
          <a:noFill/>
        </p:spPr>
        <p:txBody>
          <a:bodyPr wrap="square">
            <a:spAutoFit/>
          </a:bodyPr>
          <a:lstStyle/>
          <a:p>
            <a:r>
              <a:rPr lang="zh-CN" altLang="en-US" sz="2400" b="1" dirty="0"/>
              <a:t>主要结论：</a:t>
            </a:r>
            <a:endParaRPr lang="en-US" altLang="zh-CN" sz="2400" b="1" dirty="0"/>
          </a:p>
          <a:p>
            <a:endParaRPr lang="en-US" altLang="zh-CN" sz="2000" b="1" dirty="0"/>
          </a:p>
          <a:p>
            <a:r>
              <a:rPr lang="en-US" altLang="zh-CN" sz="2000" dirty="0">
                <a:solidFill>
                  <a:srgbClr val="000000"/>
                </a:solidFill>
                <a:latin typeface="楷体"/>
                <a:cs typeface="楷体"/>
              </a:rPr>
              <a:t>·</a:t>
            </a:r>
            <a:r>
              <a:rPr lang="zh-CN" altLang="en-US" sz="2000" dirty="0">
                <a:solidFill>
                  <a:srgbClr val="000000"/>
                </a:solidFill>
                <a:latin typeface="楷体"/>
                <a:cs typeface="楷体"/>
              </a:rPr>
              <a:t>预测性能：</a:t>
            </a:r>
            <a:r>
              <a:rPr lang="zh-CN" altLang="zh-CN" sz="2000" dirty="0"/>
              <a:t> Tabular Foundation Models 在中等复杂度多分类任务上有小幅优势，但在简单二分类和极度不平衡数据集上优势不稳定。</a:t>
            </a:r>
            <a:endParaRPr lang="en-US" altLang="zh-CN" sz="2000" dirty="0"/>
          </a:p>
          <a:p>
            <a:endParaRPr lang="en-US" altLang="zh-CN" sz="2000" b="1" dirty="0"/>
          </a:p>
          <a:p>
            <a:r>
              <a:rPr lang="en-US" altLang="zh-CN" sz="2000" dirty="0">
                <a:solidFill>
                  <a:srgbClr val="000000"/>
                </a:solidFill>
                <a:latin typeface="楷体"/>
                <a:cs typeface="楷体"/>
              </a:rPr>
              <a:t>·</a:t>
            </a:r>
            <a:r>
              <a:rPr lang="zh-CN" altLang="en-US" sz="2000" dirty="0"/>
              <a:t>可扩展性：</a:t>
            </a:r>
            <a:r>
              <a:rPr lang="zh-CN" altLang="zh-CN" sz="2000" dirty="0"/>
              <a:t>性能提升伴随显著计算成本，推理时长与内存占用高于GBDTs，且随样本规模增长更快。</a:t>
            </a:r>
            <a:endParaRPr lang="en-US" altLang="zh-CN" sz="2000" dirty="0"/>
          </a:p>
          <a:p>
            <a:endParaRPr lang="en-US" altLang="zh-CN" sz="2000" b="1" dirty="0"/>
          </a:p>
          <a:p>
            <a:r>
              <a:rPr lang="en-US" altLang="zh-CN" sz="2000" dirty="0">
                <a:solidFill>
                  <a:srgbClr val="000000"/>
                </a:solidFill>
                <a:latin typeface="楷体"/>
                <a:cs typeface="楷体"/>
              </a:rPr>
              <a:t>·</a:t>
            </a:r>
            <a:r>
              <a:rPr lang="zh-CN" altLang="en-US" sz="2000" dirty="0">
                <a:solidFill>
                  <a:srgbClr val="000000"/>
                </a:solidFill>
                <a:latin typeface="楷体"/>
                <a:cs typeface="楷体"/>
              </a:rPr>
              <a:t>置信度：</a:t>
            </a:r>
            <a:r>
              <a:rPr lang="zh-CN" altLang="zh-CN" sz="2000" dirty="0"/>
              <a:t>两类模型都存在置信度校准问题，错误预测往往仍伴随较高置信分数。</a:t>
            </a:r>
            <a:endParaRPr lang="en-US" altLang="zh-CN" sz="2000" dirty="0"/>
          </a:p>
          <a:p>
            <a:endParaRPr lang="en-US" altLang="zh-CN" sz="2000" b="1" dirty="0"/>
          </a:p>
          <a:p>
            <a:endParaRPr lang="en-US" altLang="zh-CN" sz="2000" b="1" dirty="0"/>
          </a:p>
          <a:p>
            <a:r>
              <a:rPr lang="zh-CN" altLang="zh-CN" sz="2000" b="1" dirty="0"/>
              <a:t>综合来看，GBDTs 仍是更务实的通用选择；TFMs 只有在精度收益足以覆盖资源成本时才更有价值。</a:t>
            </a:r>
            <a:endParaRPr lang="en-US" altLang="zh-CN" sz="2000" b="1" dirty="0"/>
          </a:p>
        </p:txBody>
      </p:sp>
    </p:spTree>
    <p:extLst>
      <p:ext uri="{BB962C8B-B14F-4D97-AF65-F5344CB8AC3E}">
        <p14:creationId xmlns:p14="http://schemas.microsoft.com/office/powerpoint/2010/main" val="8840072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472AC-405B-15C2-5E23-60F61098CCE1}"/>
            </a:ext>
          </a:extLst>
        </p:cNvPr>
        <p:cNvGrpSpPr/>
        <p:nvPr/>
      </p:nvGrpSpPr>
      <p:grpSpPr>
        <a:xfrm>
          <a:off x="0" y="0"/>
          <a:ext cx="0" cy="0"/>
          <a:chOff x="0" y="0"/>
          <a:chExt cx="0" cy="0"/>
        </a:xfrm>
      </p:grpSpPr>
      <p:sp>
        <p:nvSpPr>
          <p:cNvPr id="3" name="矩形 2">
            <a:extLst>
              <a:ext uri="{FF2B5EF4-FFF2-40B4-BE49-F238E27FC236}">
                <a16:creationId xmlns:a16="http://schemas.microsoft.com/office/drawing/2014/main" id="{90DC7AFB-8EDD-5431-785B-386E53E7597B}"/>
              </a:ext>
            </a:extLst>
          </p:cNvPr>
          <p:cNvSpPr>
            <a:spLocks noGrp="1"/>
          </p:cNvSpPr>
          <p:nvPr/>
        </p:nvSpPr>
        <p:spPr>
          <a:xfrm>
            <a:off x="266700" y="171450"/>
            <a:ext cx="9334500" cy="685800"/>
          </a:xfrm>
          <a:prstGeom prst="rect">
            <a:avLst/>
          </a:prstGeom>
          <a:noFill/>
          <a:ln w="0">
            <a:noFill/>
            <a:prstDash val="solid"/>
          </a:ln>
        </p:spPr>
        <p:txBody>
          <a:bodyPr/>
          <a:lstStyle/>
          <a:p>
            <a:pPr>
              <a:defRPr sz="3600" b="1">
                <a:solidFill>
                  <a:srgbClr val="000000"/>
                </a:solidFill>
                <a:latin typeface="微软雅黑"/>
                <a:ea typeface="微软雅黑"/>
                <a:cs typeface="微软雅黑"/>
              </a:defRPr>
            </a:pPr>
            <a:r>
              <a:rPr sz="3600" b="1">
                <a:solidFill>
                  <a:srgbClr val="000000"/>
                </a:solidFill>
                <a:latin typeface="微软雅黑"/>
                <a:ea typeface="微软雅黑"/>
                <a:cs typeface="微软雅黑"/>
              </a:rPr>
              <a:t>总结与展望</a:t>
            </a:r>
          </a:p>
        </p:txBody>
      </p:sp>
      <p:sp>
        <p:nvSpPr>
          <p:cNvPr id="8" name="文本框 7">
            <a:extLst>
              <a:ext uri="{FF2B5EF4-FFF2-40B4-BE49-F238E27FC236}">
                <a16:creationId xmlns:a16="http://schemas.microsoft.com/office/drawing/2014/main" id="{4C556F43-7155-8574-7911-BE8833202256}"/>
              </a:ext>
            </a:extLst>
          </p:cNvPr>
          <p:cNvSpPr txBox="1"/>
          <p:nvPr/>
        </p:nvSpPr>
        <p:spPr>
          <a:xfrm>
            <a:off x="1225550" y="1505395"/>
            <a:ext cx="9334500" cy="461665"/>
          </a:xfrm>
          <a:prstGeom prst="rect">
            <a:avLst/>
          </a:prstGeom>
          <a:noFill/>
        </p:spPr>
        <p:txBody>
          <a:bodyPr wrap="square">
            <a:spAutoFit/>
          </a:bodyPr>
          <a:lstStyle/>
          <a:p>
            <a:r>
              <a:rPr lang="zh-CN" altLang="en-US" sz="2400" b="1" dirty="0"/>
              <a:t>局限性与展望：</a:t>
            </a:r>
            <a:endParaRPr lang="en-US" altLang="zh-CN" sz="2400" b="1" dirty="0"/>
          </a:p>
        </p:txBody>
      </p:sp>
      <p:graphicFrame>
        <p:nvGraphicFramePr>
          <p:cNvPr id="6" name="表格 5">
            <a:extLst>
              <a:ext uri="{FF2B5EF4-FFF2-40B4-BE49-F238E27FC236}">
                <a16:creationId xmlns:a16="http://schemas.microsoft.com/office/drawing/2014/main" id="{49B1B3FF-1A97-E845-E264-15381D4CBB6A}"/>
              </a:ext>
            </a:extLst>
          </p:cNvPr>
          <p:cNvGraphicFramePr/>
          <p:nvPr>
            <p:extLst>
              <p:ext uri="{D42A27DB-BD31-4B8C-83A1-F6EECF244321}">
                <p14:modId xmlns:p14="http://schemas.microsoft.com/office/powerpoint/2010/main" val="2166923606"/>
              </p:ext>
            </p:extLst>
          </p:nvPr>
        </p:nvGraphicFramePr>
        <p:xfrm>
          <a:off x="1373504" y="2615205"/>
          <a:ext cx="9711056" cy="2317001"/>
        </p:xfrm>
        <a:graphic>
          <a:graphicData uri="http://schemas.openxmlformats.org/drawingml/2006/table">
            <a:tbl>
              <a:tblPr firstRow="1"/>
              <a:tblGrid>
                <a:gridCol w="5215522">
                  <a:extLst>
                    <a:ext uri="{9D8B030D-6E8A-4147-A177-3AD203B41FA5}">
                      <a16:colId xmlns:a16="http://schemas.microsoft.com/office/drawing/2014/main" val="20000"/>
                    </a:ext>
                  </a:extLst>
                </a:gridCol>
                <a:gridCol w="4495534">
                  <a:extLst>
                    <a:ext uri="{9D8B030D-6E8A-4147-A177-3AD203B41FA5}">
                      <a16:colId xmlns:a16="http://schemas.microsoft.com/office/drawing/2014/main" val="20001"/>
                    </a:ext>
                  </a:extLst>
                </a:gridCol>
              </a:tblGrid>
              <a:tr h="630933">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800" b="1" dirty="0">
                          <a:solidFill>
                            <a:srgbClr val="000000"/>
                          </a:solidFill>
                          <a:latin typeface="楷体"/>
                          <a:ea typeface="+mn-ea"/>
                          <a:cs typeface="楷体"/>
                        </a:rPr>
                        <a:t>局限性</a:t>
                      </a:r>
                    </a:p>
                  </a:txBody>
                  <a:tcPr marL="57150" marR="57150" marT="38100" marB="38100" anchor="ctr">
                    <a:solidFill>
                      <a:srgbClr val="EEF6F1"/>
                    </a:solidFill>
                  </a:tcPr>
                </a:tc>
                <a:tc>
                  <a:txBody>
                    <a:bodyPr/>
                    <a:lstStyle/>
                    <a:p>
                      <a:pPr algn="ctr"/>
                      <a:r>
                        <a:rPr lang="zh-CN" altLang="en-US" sz="1800" b="1" dirty="0">
                          <a:solidFill>
                            <a:srgbClr val="000000"/>
                          </a:solidFill>
                          <a:latin typeface="楷体"/>
                          <a:ea typeface="楷体"/>
                          <a:cs typeface="楷体"/>
                        </a:rPr>
                        <a:t>展望</a:t>
                      </a:r>
                      <a:endParaRPr sz="1800" b="1" dirty="0">
                        <a:solidFill>
                          <a:srgbClr val="000000"/>
                        </a:solidFill>
                        <a:latin typeface="楷体"/>
                        <a:ea typeface="楷体"/>
                        <a:cs typeface="楷体"/>
                      </a:endParaRPr>
                    </a:p>
                  </a:txBody>
                  <a:tcPr marL="57150" marR="57150" marT="38100" marB="38100" anchor="ctr">
                    <a:solidFill>
                      <a:srgbClr val="EEF6F1"/>
                    </a:solidFill>
                  </a:tcPr>
                </a:tc>
                <a:extLst>
                  <a:ext uri="{0D108BD9-81ED-4DB2-BD59-A6C34878D82A}">
                    <a16:rowId xmlns:a16="http://schemas.microsoft.com/office/drawing/2014/main" val="10000"/>
                  </a:ext>
                </a:extLst>
              </a:tr>
              <a:tr h="708793">
                <a:tc>
                  <a:txBody>
                    <a:bodyPr/>
                    <a:lstStyle/>
                    <a:p>
                      <a:pPr algn="ctr"/>
                      <a:r>
                        <a:rPr lang="zh-CN" altLang="zh-CN" sz="1800" dirty="0"/>
                        <a:t>当前研究以分类任务为主，回归任务尚未系统验证</a:t>
                      </a:r>
                      <a:endParaRPr lang="en-US" altLang="zh-CN" sz="1800" dirty="0">
                        <a:solidFill>
                          <a:srgbClr val="000000"/>
                        </a:solidFill>
                        <a:latin typeface="楷体"/>
                        <a:ea typeface="+mn-ea"/>
                        <a:cs typeface="楷体"/>
                      </a:endParaRPr>
                    </a:p>
                  </a:txBody>
                  <a:tcPr marL="57150" marR="57150" marT="38100" marB="38100" anchor="ctr"/>
                </a:tc>
                <a:tc>
                  <a:txBody>
                    <a:bodyPr/>
                    <a:lstStyle/>
                    <a:p>
                      <a:pPr algn="ctr"/>
                      <a:r>
                        <a:rPr lang="zh-CN" altLang="zh-CN" sz="1800" dirty="0"/>
                        <a:t>扩展到回归任务</a:t>
                      </a:r>
                      <a:endParaRPr sz="1800"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10001"/>
                  </a:ext>
                </a:extLst>
              </a:tr>
              <a:tr h="977275">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zh-CN" altLang="en-US" sz="1800" dirty="0"/>
                        <a:t>没有提出稳定可复现的调优方案</a:t>
                      </a:r>
                      <a:endParaRPr lang="en-US" altLang="zh-CN" sz="1800" dirty="0">
                        <a:solidFill>
                          <a:srgbClr val="000000"/>
                        </a:solidFill>
                        <a:latin typeface="楷体"/>
                        <a:ea typeface="+mn-ea"/>
                        <a:cs typeface="楷体"/>
                      </a:endParaRPr>
                    </a:p>
                  </a:txBody>
                  <a:tcPr marL="57150" marR="57150" marT="38100" marB="38100" anchor="ctr"/>
                </a:tc>
                <a:tc>
                  <a:txBody>
                    <a:bodyPr/>
                    <a:lstStyle/>
                    <a:p>
                      <a:pPr algn="ctr"/>
                      <a:r>
                        <a:rPr lang="zh-CN" altLang="en-US" sz="1800" dirty="0">
                          <a:solidFill>
                            <a:srgbClr val="000000"/>
                          </a:solidFill>
                          <a:latin typeface="楷体"/>
                          <a:ea typeface="+mn-ea"/>
                          <a:cs typeface="楷体"/>
                        </a:rPr>
                        <a:t>尝试 </a:t>
                      </a:r>
                      <a:r>
                        <a:rPr lang="en-US" sz="1800" dirty="0">
                          <a:solidFill>
                            <a:srgbClr val="000000"/>
                          </a:solidFill>
                          <a:latin typeface="楷体"/>
                          <a:ea typeface="+mn-ea"/>
                          <a:cs typeface="楷体"/>
                        </a:rPr>
                        <a:t>retrieval-based in-context learning，</a:t>
                      </a:r>
                      <a:r>
                        <a:rPr lang="zh-CN" altLang="en-US" sz="1800" dirty="0">
                          <a:solidFill>
                            <a:srgbClr val="000000"/>
                          </a:solidFill>
                          <a:latin typeface="楷体"/>
                          <a:ea typeface="+mn-ea"/>
                          <a:cs typeface="楷体"/>
                        </a:rPr>
                        <a:t>提升上下文样本选择质量</a:t>
                      </a:r>
                      <a:endParaRPr sz="1800" dirty="0">
                        <a:solidFill>
                          <a:srgbClr val="000000"/>
                        </a:solidFill>
                        <a:latin typeface="楷体"/>
                        <a:ea typeface="楷体"/>
                        <a:cs typeface="楷体"/>
                      </a:endParaRPr>
                    </a:p>
                  </a:txBody>
                  <a:tcPr marL="57150" marR="57150" marT="38100" marB="3810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2880799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64A05054-9EBE-4C6F-8999-84BFB3290838}"/>
              </a:ext>
            </a:extLst>
          </p:cNvPr>
          <p:cNvSpPr>
            <a:spLocks noGrp="1"/>
          </p:cNvSpPr>
          <p:nvPr/>
        </p:nvSpPr>
        <p:spPr>
          <a:xfrm>
            <a:off x="0" y="1700214"/>
            <a:ext cx="12192000" cy="2736898"/>
          </a:xfrm>
          <a:prstGeom prst="rect">
            <a:avLst/>
          </a:prstGeom>
          <a:solidFill>
            <a:srgbClr val="095D3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矩形 1">
            <a:extLst>
              <a:ext uri="{FF2B5EF4-FFF2-40B4-BE49-F238E27FC236}">
                <a16:creationId xmlns:a16="http://schemas.microsoft.com/office/drawing/2014/main" id="{230125BB-7ABD-45B3-A02A-1222D2A2D782}"/>
              </a:ext>
            </a:extLst>
          </p:cNvPr>
          <p:cNvSpPr>
            <a:spLocks noGrp="1"/>
          </p:cNvSpPr>
          <p:nvPr/>
        </p:nvSpPr>
        <p:spPr>
          <a:xfrm>
            <a:off x="4896802" y="2414028"/>
            <a:ext cx="2398395" cy="1420495"/>
          </a:xfrm>
          <a:prstGeom prst="rect">
            <a:avLst/>
          </a:prstGeom>
        </p:spPr>
        <p:txBody>
          <a:bodyPr wrap="none">
            <a:spAutoFit/>
          </a:bodyPr>
          <a:lstStyle/>
          <a:p>
            <a:pPr algn="ctr">
              <a:lnSpc>
                <a:spcPct val="120000"/>
              </a:lnSpc>
              <a:buNone/>
            </a:pPr>
            <a:r>
              <a:rPr sz="7200" b="1" spc="300">
                <a:solidFill>
                  <a:schemeClr val="bg1"/>
                </a:solidFill>
                <a:latin typeface="微软雅黑"/>
                <a:ea typeface="微软雅黑"/>
                <a:cs typeface="微软雅黑"/>
              </a:rPr>
              <a:t>谢 谢</a:t>
            </a:r>
          </a:p>
        </p:txBody>
      </p:sp>
      <p:pic>
        <p:nvPicPr>
          <p:cNvPr id="12" name="图片 5"/>
          <p:cNvPicPr>
            <a:picLocks noChangeAspect="1"/>
          </p:cNvPicPr>
          <p:nvPr/>
        </p:nvPicPr>
        <p:blipFill>
          <a:blip r:embed="rId3"/>
          <a:stretch>
            <a:fillRect/>
          </a:stretch>
        </p:blipFill>
        <p:spPr>
          <a:xfrm>
            <a:off x="-1" y="373144"/>
            <a:ext cx="6485997" cy="1156056"/>
          </a:xfrm>
          <a:prstGeom prst="rect">
            <a:avLst/>
          </a:prstGeom>
        </p:spPr>
      </p:pic>
    </p:spTree>
    <p:extLst>
      <p:ext uri="{BB962C8B-B14F-4D97-AF65-F5344CB8AC3E}">
        <p14:creationId xmlns:p14="http://schemas.microsoft.com/office/powerpoint/2010/main" val="1055312481"/>
      </p:ext>
    </p:extLst>
  </p:cSld>
  <p:clrMapOvr>
    <a:masterClrMapping/>
  </p:clrMapOvr>
</p:sld>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楷体+arial+人工智能答辩">
      <a:majorFont>
        <a:latin typeface="Arial"/>
        <a:ea typeface="楷体"/>
        <a:cs typeface=""/>
      </a:majorFont>
      <a:minorFont>
        <a:latin typeface="Arial"/>
        <a:ea typeface="楷体"/>
        <a:cs typefac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1_LC.BRev.FY97">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楷体+arial+人工智能答辩">
      <a:majorFont>
        <a:latin typeface="Arial"/>
        <a:ea typeface="楷体"/>
        <a:cs typeface=""/>
      </a:majorFont>
      <a:minorFont>
        <a:latin typeface="Arial"/>
        <a:ea typeface="楷体"/>
        <a:cs typeface=""/>
      </a:minorFont>
    </a:fontScheme>
    <a:fmtScheme name="Office 主题​​">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楷体+arial+人工智能答辩">
      <a:majorFont>
        <a:latin typeface="Arial"/>
        <a:ea typeface="楷体"/>
        <a:cs typeface=""/>
      </a:majorFont>
      <a:minorFont>
        <a:latin typeface="Arial"/>
        <a:ea typeface="楷体"/>
        <a:cs typeface=""/>
      </a:minorFont>
    </a:fontScheme>
    <a:fmtScheme name="Office 主题​​">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楷体+arial+人工智能答辩">
      <a:majorFont>
        <a:latin typeface="Arial"/>
        <a:ea typeface="楷体"/>
        <a:cs typeface=""/>
      </a:majorFont>
      <a:minorFont>
        <a:latin typeface="Arial"/>
        <a:ea typeface="楷体"/>
        <a:cs typefac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5.xml><?xml version="1.0" encoding="utf-8"?>
<a:theme xmlns:a="http://schemas.openxmlformats.org/drawingml/2006/main" name="1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楷体+arial+人工智能答辩">
      <a:majorFont>
        <a:latin typeface="Arial"/>
        <a:ea typeface="楷体"/>
        <a:cs typeface=""/>
      </a:majorFont>
      <a:minorFont>
        <a:latin typeface="Arial"/>
        <a:ea typeface="楷体"/>
        <a:cs typeface=""/>
      </a:minorFont>
    </a:fontScheme>
    <a:fmtScheme name="Office 主题​​">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6.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楷体+arial+人工智能答辩">
      <a:majorFont>
        <a:latin typeface="Arial"/>
        <a:ea typeface="楷体"/>
        <a:cs typeface=""/>
      </a:majorFont>
      <a:minorFont>
        <a:latin typeface="Arial"/>
        <a:ea typeface="楷体"/>
        <a:cs typeface=""/>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839</TotalTime>
  <Words>3527</Words>
  <Application>Microsoft Office PowerPoint</Application>
  <DocSecurity>0</DocSecurity>
  <PresentationFormat>宽屏</PresentationFormat>
  <Paragraphs>377</Paragraphs>
  <Slides>19</Slides>
  <Notes>19</Notes>
  <HiddenSlides>0</HiddenSlides>
  <MMClips>0</MMClips>
  <ScaleCrop>false</ScaleCrop>
  <HeadingPairs>
    <vt:vector size="6" baseType="variant">
      <vt:variant>
        <vt:lpstr>已用的字体</vt:lpstr>
      </vt:variant>
      <vt:variant>
        <vt:i4>3</vt:i4>
      </vt:variant>
      <vt:variant>
        <vt:lpstr>主题</vt:lpstr>
      </vt:variant>
      <vt:variant>
        <vt:i4>5</vt:i4>
      </vt:variant>
      <vt:variant>
        <vt:lpstr>幻灯片标题</vt:lpstr>
      </vt:variant>
      <vt:variant>
        <vt:i4>19</vt:i4>
      </vt:variant>
    </vt:vector>
  </HeadingPairs>
  <TitlesOfParts>
    <vt:vector size="27" baseType="lpstr">
      <vt:lpstr>楷体</vt:lpstr>
      <vt:lpstr>微软雅黑</vt:lpstr>
      <vt:lpstr>Arial</vt:lpstr>
      <vt:lpstr>webwppDefTheme</vt:lpstr>
      <vt:lpstr>1_LC.BRev.FY97</vt:lpstr>
      <vt:lpstr>Office 主题</vt:lpstr>
      <vt:lpstr>自定义设计方案</vt:lpstr>
      <vt:lpstr>1_Office 主题</vt:lpstr>
      <vt:lpstr>PowerPoint 演示文稿</vt:lpstr>
      <vt:lpstr>目录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8618755152873</cp:lastModifiedBy>
  <cp:revision>201</cp:revision>
  <dcterms:created xsi:type="dcterms:W3CDTF">2026-07-11T09:04:39Z</dcterms:created>
  <dcterms:modified xsi:type="dcterms:W3CDTF">2026-07-12T07:41:58Z</dcterms:modified>
</cp:coreProperties>
</file>